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011" r:id="rId4"/>
  </p:sldMasterIdLst>
  <p:notesMasterIdLst>
    <p:notesMasterId r:id="rId12"/>
  </p:notesMasterIdLst>
  <p:handoutMasterIdLst>
    <p:handoutMasterId r:id="rId13"/>
  </p:handoutMasterIdLst>
  <p:sldIdLst>
    <p:sldId id="260" r:id="rId5"/>
    <p:sldId id="261" r:id="rId6"/>
    <p:sldId id="262" r:id="rId7"/>
    <p:sldId id="266" r:id="rId8"/>
    <p:sldId id="263" r:id="rId9"/>
    <p:sldId id="264" r:id="rId10"/>
    <p:sldId id="265"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85E8F9B2-02AC-6F6E-F5B6-AF53ED8A8312}" name="Lauren Weldy (ALLEGIS GROUP HOLDINGS INC)" initials="LW" userId="S::v-laweldy@microsoft.com::63f3cce1-6527-43d1-991c-7e8015c8c708"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123" autoAdjust="0"/>
    <p:restoredTop sz="62971"/>
  </p:normalViewPr>
  <p:slideViewPr>
    <p:cSldViewPr snapToGrid="0">
      <p:cViewPr>
        <p:scale>
          <a:sx n="110" d="100"/>
          <a:sy n="110" d="100"/>
        </p:scale>
        <p:origin x="144" y="-344"/>
      </p:cViewPr>
      <p:guideLst>
        <p:guide orient="horz" pos="2160"/>
        <p:guide pos="3840"/>
      </p:guideLst>
    </p:cSldViewPr>
  </p:slideViewPr>
  <p:notesTextViewPr>
    <p:cViewPr>
      <p:scale>
        <a:sx n="1" d="1"/>
        <a:sy n="1" d="1"/>
      </p:scale>
      <p:origin x="0" y="0"/>
    </p:cViewPr>
  </p:notesTextViewPr>
  <p:sorterViewPr>
    <p:cViewPr>
      <p:scale>
        <a:sx n="80" d="100"/>
        <a:sy n="8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handoutMaster" Target="handoutMasters/handoutMaster1.xml"/><Relationship Id="rId18" Type="http://schemas.microsoft.com/office/2018/10/relationships/authors" Target="author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notesMaster" Target="notesMasters/notesMaster1.xml"/><Relationship Id="rId17"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viewProps" Target="viewProps.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1FFB14B2-CD52-9E84-B3E7-49A90F3A72A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76DAE5F9-C39F-2ECF-0C06-D0122807D4B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223FF85-4E34-4546-B772-76DFA4A6051B}" type="datetimeFigureOut">
              <a:rPr lang="en-US" smtClean="0"/>
              <a:t>8/3/26</a:t>
            </a:fld>
            <a:endParaRPr lang="en-US"/>
          </a:p>
        </p:txBody>
      </p:sp>
      <p:sp>
        <p:nvSpPr>
          <p:cNvPr id="4" name="Footer Placeholder 3">
            <a:extLst>
              <a:ext uri="{FF2B5EF4-FFF2-40B4-BE49-F238E27FC236}">
                <a16:creationId xmlns:a16="http://schemas.microsoft.com/office/drawing/2014/main" id="{D37F3243-F9C0-85BE-2E9C-191F612CFE8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6CEBE2E3-8654-B63F-B7D6-9549069476AA}"/>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1BF7180-4EDD-4E08-9775-7398C11D66ED}" type="slidenum">
              <a:rPr lang="en-US" smtClean="0"/>
              <a:t>‹#›</a:t>
            </a:fld>
            <a:endParaRPr lang="en-US"/>
          </a:p>
        </p:txBody>
      </p:sp>
    </p:spTree>
    <p:extLst>
      <p:ext uri="{BB962C8B-B14F-4D97-AF65-F5344CB8AC3E}">
        <p14:creationId xmlns:p14="http://schemas.microsoft.com/office/powerpoint/2010/main" val="28121430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B5CC398-6116-4BD2-9FAD-9822FDA158BE}" type="datetimeFigureOut">
              <a:rPr lang="en-US" smtClean="0"/>
              <a:t>8/3/26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8EFF46E-6B43-41F9-9272-B566D03A251C}" type="slidenum">
              <a:rPr lang="en-US" smtClean="0"/>
              <a:t>‹#›</a:t>
            </a:fld>
            <a:endParaRPr lang="en-US"/>
          </a:p>
        </p:txBody>
      </p:sp>
    </p:spTree>
    <p:extLst>
      <p:ext uri="{BB962C8B-B14F-4D97-AF65-F5344CB8AC3E}">
        <p14:creationId xmlns:p14="http://schemas.microsoft.com/office/powerpoint/2010/main" val="19164409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8EFF46E-6B43-41F9-9272-B566D03A251C}" type="slidenum">
              <a:rPr lang="en-US" smtClean="0"/>
              <a:t>1</a:t>
            </a:fld>
            <a:endParaRPr lang="en-US"/>
          </a:p>
        </p:txBody>
      </p:sp>
    </p:spTree>
    <p:extLst>
      <p:ext uri="{BB962C8B-B14F-4D97-AF65-F5344CB8AC3E}">
        <p14:creationId xmlns:p14="http://schemas.microsoft.com/office/powerpoint/2010/main" val="49282666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word ”tool” is doing a lot of heavy lifting here. It will be a Web App that displays live information of stations around the city at risk of being empty and which factors are at play. </a:t>
            </a:r>
          </a:p>
        </p:txBody>
      </p:sp>
      <p:sp>
        <p:nvSpPr>
          <p:cNvPr id="4" name="Slide Number Placeholder 3"/>
          <p:cNvSpPr>
            <a:spLocks noGrp="1"/>
          </p:cNvSpPr>
          <p:nvPr>
            <p:ph type="sldNum" sz="quarter" idx="5"/>
          </p:nvPr>
        </p:nvSpPr>
        <p:spPr/>
        <p:txBody>
          <a:bodyPr/>
          <a:lstStyle/>
          <a:p>
            <a:fld id="{38EFF46E-6B43-41F9-9272-B566D03A251C}" type="slidenum">
              <a:rPr lang="en-US" smtClean="0"/>
              <a:t>4</a:t>
            </a:fld>
            <a:endParaRPr lang="en-US"/>
          </a:p>
        </p:txBody>
      </p:sp>
    </p:spTree>
    <p:extLst>
      <p:ext uri="{BB962C8B-B14F-4D97-AF65-F5344CB8AC3E}">
        <p14:creationId xmlns:p14="http://schemas.microsoft.com/office/powerpoint/2010/main" val="225357864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Indego trip data is public, unfortunately, it does not contain historical information of station capacity. It does however, contain historical information of returns and checkout so we can compute a flowrate for each station</a:t>
            </a:r>
          </a:p>
          <a:p>
            <a:endParaRPr lang="en-US" dirty="0"/>
          </a:p>
          <a:p>
            <a:endParaRPr lang="en-US" dirty="0"/>
          </a:p>
          <a:p>
            <a:r>
              <a:rPr lang="en-US" dirty="0"/>
              <a:t>Schema should be included as well.</a:t>
            </a:r>
          </a:p>
          <a:p>
            <a:r>
              <a:rPr lang="en-US" dirty="0" err="1"/>
              <a:t>INclude</a:t>
            </a:r>
            <a:r>
              <a:rPr lang="en-US" dirty="0"/>
              <a:t> </a:t>
            </a:r>
            <a:r>
              <a:rPr lang="en-US" dirty="0" err="1"/>
              <a:t>thesource</a:t>
            </a:r>
            <a:r>
              <a:rPr lang="en-US" dirty="0"/>
              <a:t> as </a:t>
            </a:r>
            <a:r>
              <a:rPr lang="en-US" dirty="0" err="1"/>
              <a:t>wlwe</a:t>
            </a:r>
            <a:endParaRPr lang="en-US" dirty="0"/>
          </a:p>
        </p:txBody>
      </p:sp>
      <p:sp>
        <p:nvSpPr>
          <p:cNvPr id="4" name="Slide Number Placeholder 3"/>
          <p:cNvSpPr>
            <a:spLocks noGrp="1"/>
          </p:cNvSpPr>
          <p:nvPr>
            <p:ph type="sldNum" sz="quarter" idx="5"/>
          </p:nvPr>
        </p:nvSpPr>
        <p:spPr/>
        <p:txBody>
          <a:bodyPr/>
          <a:lstStyle/>
          <a:p>
            <a:fld id="{38EFF46E-6B43-41F9-9272-B566D03A251C}" type="slidenum">
              <a:rPr lang="en-US" smtClean="0"/>
              <a:t>5</a:t>
            </a:fld>
            <a:endParaRPr lang="en-US"/>
          </a:p>
        </p:txBody>
      </p:sp>
    </p:spTree>
    <p:extLst>
      <p:ext uri="{BB962C8B-B14F-4D97-AF65-F5344CB8AC3E}">
        <p14:creationId xmlns:p14="http://schemas.microsoft.com/office/powerpoint/2010/main" val="348878123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Spark : Cleans,, get relevant  metrics out of the data, Faster than Hadoop MapReduce but I am open to changes </a:t>
            </a:r>
          </a:p>
          <a:p>
            <a:r>
              <a:rPr lang="en-US" dirty="0"/>
              <a:t>Hadoops Distributed File </a:t>
            </a:r>
            <a:r>
              <a:rPr lang="en-US" dirty="0" err="1"/>
              <a:t>Systsem</a:t>
            </a:r>
            <a:endParaRPr lang="en-US" dirty="0"/>
          </a:p>
        </p:txBody>
      </p:sp>
      <p:sp>
        <p:nvSpPr>
          <p:cNvPr id="4" name="Slide Number Placeholder 3"/>
          <p:cNvSpPr>
            <a:spLocks noGrp="1"/>
          </p:cNvSpPr>
          <p:nvPr>
            <p:ph type="sldNum" sz="quarter" idx="5"/>
          </p:nvPr>
        </p:nvSpPr>
        <p:spPr/>
        <p:txBody>
          <a:bodyPr/>
          <a:lstStyle/>
          <a:p>
            <a:fld id="{38EFF46E-6B43-41F9-9272-B566D03A251C}" type="slidenum">
              <a:rPr lang="en-US" smtClean="0"/>
              <a:t>6</a:t>
            </a:fld>
            <a:endParaRPr lang="en-US"/>
          </a:p>
        </p:txBody>
      </p:sp>
    </p:spTree>
    <p:extLst>
      <p:ext uri="{BB962C8B-B14F-4D97-AF65-F5344CB8AC3E}">
        <p14:creationId xmlns:p14="http://schemas.microsoft.com/office/powerpoint/2010/main" val="423723360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Kafka Topics</a:t>
            </a:r>
          </a:p>
          <a:p>
            <a:r>
              <a:rPr lang="en-US" dirty="0"/>
              <a:t>Hadoop: Allows Us to Store our processed </a:t>
            </a:r>
          </a:p>
          <a:p>
            <a:pPr marL="0" marR="0" lvl="1" indent="0" algn="l" defTabSz="914400" rtl="0" eaLnBrk="1" fontAlgn="auto" latinLnBrk="0" hangingPunct="1">
              <a:lnSpc>
                <a:spcPct val="100000"/>
              </a:lnSpc>
              <a:spcBef>
                <a:spcPts val="0"/>
              </a:spcBef>
              <a:spcAft>
                <a:spcPts val="0"/>
              </a:spcAft>
              <a:buClrTx/>
              <a:buSzTx/>
              <a:buFontTx/>
              <a:buNone/>
              <a:tabLst/>
              <a:defRPr/>
            </a:pPr>
            <a:r>
              <a:rPr lang="en-US" dirty="0"/>
              <a:t>The model performs inference, using pretrained data to predict </a:t>
            </a:r>
            <a:br>
              <a:rPr lang="en-US" dirty="0"/>
            </a:br>
            <a:br>
              <a:rPr lang="en-US" dirty="0"/>
            </a:br>
            <a:r>
              <a:rPr lang="en-US" dirty="0"/>
              <a:t>Ingest – Collect live bike, weather, and street closure data. </a:t>
            </a:r>
          </a:p>
          <a:p>
            <a:pPr marL="0" marR="0" lvl="1" indent="0" algn="l" defTabSz="914400" rtl="0" eaLnBrk="1" fontAlgn="auto" latinLnBrk="0" hangingPunct="1">
              <a:lnSpc>
                <a:spcPct val="100000"/>
              </a:lnSpc>
              <a:spcBef>
                <a:spcPts val="0"/>
              </a:spcBef>
              <a:spcAft>
                <a:spcPts val="0"/>
              </a:spcAft>
              <a:buClrTx/>
              <a:buSzTx/>
              <a:buFontTx/>
              <a:buNone/>
              <a:tabLst/>
              <a:defRPr/>
            </a:pPr>
            <a:r>
              <a:rPr lang="en-US" dirty="0"/>
              <a:t>Process &amp; Store – Clean, combine, and store data for analysis. </a:t>
            </a:r>
          </a:p>
          <a:p>
            <a:pPr marL="0" marR="0" lvl="1" indent="0" algn="l" defTabSz="914400" rtl="0" eaLnBrk="1" fontAlgn="auto" latinLnBrk="0" hangingPunct="1">
              <a:lnSpc>
                <a:spcPct val="100000"/>
              </a:lnSpc>
              <a:spcBef>
                <a:spcPts val="0"/>
              </a:spcBef>
              <a:spcAft>
                <a:spcPts val="0"/>
              </a:spcAft>
              <a:buClrTx/>
              <a:buSzTx/>
              <a:buFontTx/>
              <a:buNone/>
              <a:tabLst/>
              <a:defRPr/>
            </a:pPr>
            <a:r>
              <a:rPr lang="en-US" dirty="0"/>
              <a:t>Predict – Use historical patterns to forecast bike availability. </a:t>
            </a:r>
          </a:p>
          <a:p>
            <a:pPr marL="0" marR="0" lvl="1" indent="0" algn="l" defTabSz="914400" rtl="0" eaLnBrk="1" fontAlgn="auto" latinLnBrk="0" hangingPunct="1">
              <a:lnSpc>
                <a:spcPct val="100000"/>
              </a:lnSpc>
              <a:spcBef>
                <a:spcPts val="0"/>
              </a:spcBef>
              <a:spcAft>
                <a:spcPts val="0"/>
              </a:spcAft>
              <a:buClrTx/>
              <a:buSzTx/>
              <a:buFontTx/>
              <a:buNone/>
              <a:tabLst/>
              <a:defRPr/>
            </a:pPr>
            <a:r>
              <a:rPr lang="en-US" dirty="0"/>
              <a:t>Visualize – Present insights through an interactive dashboard. </a:t>
            </a:r>
          </a:p>
          <a:p>
            <a:pPr marL="0" marR="0" lvl="1"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1" indent="0" algn="l" defTabSz="914400" rtl="0" eaLnBrk="1" fontAlgn="auto" latinLnBrk="0" hangingPunct="1">
              <a:lnSpc>
                <a:spcPct val="100000"/>
              </a:lnSpc>
              <a:spcBef>
                <a:spcPts val="0"/>
              </a:spcBef>
              <a:spcAft>
                <a:spcPts val="0"/>
              </a:spcAft>
              <a:buClrTx/>
              <a:buSzTx/>
              <a:buFontTx/>
              <a:buNone/>
              <a:tabLst/>
              <a:defRPr/>
            </a:pPr>
            <a:r>
              <a:rPr lang="en-US" dirty="0"/>
              <a:t>Include AWS abstractions on like how does Hadoop exist in AWs, how is ML trained in AWS</a:t>
            </a:r>
            <a:br>
              <a:rPr lang="en-US" dirty="0"/>
            </a:br>
            <a:r>
              <a:rPr lang="en-US" dirty="0"/>
              <a:t>Split </a:t>
            </a:r>
            <a:r>
              <a:rPr lang="en-US" dirty="0" err="1"/>
              <a:t>intoi</a:t>
            </a:r>
            <a:r>
              <a:rPr lang="en-US" dirty="0"/>
              <a:t> One for bath and one for real time</a:t>
            </a:r>
          </a:p>
        </p:txBody>
      </p:sp>
      <p:sp>
        <p:nvSpPr>
          <p:cNvPr id="4" name="Slide Number Placeholder 3"/>
          <p:cNvSpPr>
            <a:spLocks noGrp="1"/>
          </p:cNvSpPr>
          <p:nvPr>
            <p:ph type="sldNum" sz="quarter" idx="5"/>
          </p:nvPr>
        </p:nvSpPr>
        <p:spPr/>
        <p:txBody>
          <a:bodyPr/>
          <a:lstStyle/>
          <a:p>
            <a:fld id="{38EFF46E-6B43-41F9-9272-B566D03A251C}" type="slidenum">
              <a:rPr lang="en-US" smtClean="0"/>
              <a:t>7</a:t>
            </a:fld>
            <a:endParaRPr lang="en-US"/>
          </a:p>
        </p:txBody>
      </p:sp>
    </p:spTree>
    <p:extLst>
      <p:ext uri="{BB962C8B-B14F-4D97-AF65-F5344CB8AC3E}">
        <p14:creationId xmlns:p14="http://schemas.microsoft.com/office/powerpoint/2010/main" val="208974711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5.jpe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248400" y="2819400"/>
            <a:ext cx="5029200" cy="1295400"/>
          </a:xfrm>
        </p:spPr>
        <p:txBody>
          <a:bodyPr vert="horz" lIns="91440" tIns="45720" rIns="91440" bIns="45720" rtlCol="0" anchor="b">
            <a:normAutofit/>
          </a:bodyPr>
          <a:lstStyle>
            <a:lvl1pPr>
              <a:lnSpc>
                <a:spcPct val="100000"/>
              </a:lnSpc>
              <a:defRPr lang="en-US" sz="2800" dirty="0"/>
            </a:lvl1pPr>
          </a:lstStyle>
          <a:p>
            <a:pPr lvl="0"/>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248400" y="4270248"/>
            <a:ext cx="5029200" cy="685800"/>
          </a:xfrm>
        </p:spPr>
        <p:txBody>
          <a:bodyPr vert="horz" lIns="91440" tIns="45720" rIns="91440" bIns="45720" rtlCol="0" anchor="t">
            <a:normAutofit/>
          </a:bodyPr>
          <a:lstStyle>
            <a:lvl1pPr marL="0" indent="0">
              <a:buNone/>
              <a:defRPr lang="en-US" sz="1800" dirty="0"/>
            </a:lvl1pPr>
          </a:lstStyle>
          <a:p>
            <a:pPr lvl="0"/>
            <a:r>
              <a:rPr lang="en-US" dirty="0"/>
              <a:t>Click to edit Master subtitle style</a:t>
            </a:r>
          </a:p>
        </p:txBody>
      </p:sp>
    </p:spTree>
    <p:extLst>
      <p:ext uri="{BB962C8B-B14F-4D97-AF65-F5344CB8AC3E}">
        <p14:creationId xmlns:p14="http://schemas.microsoft.com/office/powerpoint/2010/main" val="938570335"/>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1D909A06-A364-5E3D-6D27-7FAA213CE4A0}"/>
              </a:ext>
            </a:extLst>
          </p:cNvPr>
          <p:cNvSpPr>
            <a:spLocks noGrp="1"/>
          </p:cNvSpPr>
          <p:nvPr>
            <p:ph type="title"/>
          </p:nvPr>
        </p:nvSpPr>
        <p:spPr>
          <a:xfrm>
            <a:off x="678872" y="694932"/>
            <a:ext cx="10827328" cy="985966"/>
          </a:xfrm>
        </p:spPr>
        <p:txBody>
          <a:bodyPr anchor="t"/>
          <a:lstStyle/>
          <a:p>
            <a:r>
              <a:rPr lang="en-US"/>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678872" y="1830774"/>
            <a:ext cx="10827328" cy="433228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9931E58F-1A72-99FC-BFB5-C1A7E18DCA88}"/>
              </a:ext>
            </a:extLst>
          </p:cNvPr>
          <p:cNvSpPr>
            <a:spLocks noGrp="1"/>
          </p:cNvSpPr>
          <p:nvPr>
            <p:ph type="ftr" sz="quarter" idx="11"/>
          </p:nvPr>
        </p:nvSpPr>
        <p:spPr/>
        <p:txBody>
          <a:bodyPr/>
          <a:lstStyle/>
          <a:p>
            <a:endParaRPr lang="en-US" dirty="0"/>
          </a:p>
        </p:txBody>
      </p:sp>
      <p:sp>
        <p:nvSpPr>
          <p:cNvPr id="2" name="Date Placeholder 1">
            <a:extLst>
              <a:ext uri="{FF2B5EF4-FFF2-40B4-BE49-F238E27FC236}">
                <a16:creationId xmlns:a16="http://schemas.microsoft.com/office/drawing/2014/main" id="{5AB93EAD-9C49-0E73-60D2-E95D760F702A}"/>
              </a:ext>
            </a:extLst>
          </p:cNvPr>
          <p:cNvSpPr>
            <a:spLocks noGrp="1"/>
          </p:cNvSpPr>
          <p:nvPr>
            <p:ph type="dt" sz="half" idx="10"/>
          </p:nvPr>
        </p:nvSpPr>
        <p:spPr/>
        <p:txBody>
          <a:bodyPr/>
          <a:lstStyle/>
          <a:p>
            <a:endParaRPr lang="en-US" dirty="0"/>
          </a:p>
        </p:txBody>
      </p:sp>
      <p:sp>
        <p:nvSpPr>
          <p:cNvPr id="5" name="Slide Number Placeholder 4">
            <a:extLst>
              <a:ext uri="{FF2B5EF4-FFF2-40B4-BE49-F238E27FC236}">
                <a16:creationId xmlns:a16="http://schemas.microsoft.com/office/drawing/2014/main" id="{E951C29A-9EE1-5B40-D317-4A98FF038C71}"/>
              </a:ext>
            </a:extLst>
          </p:cNvPr>
          <p:cNvSpPr>
            <a:spLocks noGrp="1"/>
          </p:cNvSpPr>
          <p:nvPr>
            <p:ph type="sldNum" sz="quarter" idx="12"/>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11374634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Title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096000" y="3071529"/>
            <a:ext cx="5257800" cy="1981200"/>
          </a:xfrm>
        </p:spPr>
        <p:txBody>
          <a:bodyPr vert="horz" lIns="91440" tIns="45720" rIns="91440" bIns="45720" rtlCol="0" anchor="b">
            <a:normAutofit/>
          </a:bodyPr>
          <a:lstStyle>
            <a:lvl1pPr>
              <a:defRPr lang="en-US" dirty="0"/>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096000" y="5257800"/>
            <a:ext cx="5257800" cy="785528"/>
          </a:xfrm>
        </p:spPr>
        <p:txBody>
          <a:bodyPr vert="horz" lIns="91440" tIns="45720" rIns="91440" bIns="45720" rtlCol="0" anchor="t">
            <a:normAutofit/>
          </a:bodyPr>
          <a:lstStyle>
            <a:lvl1pPr marL="0" indent="0">
              <a:buNone/>
              <a:defRPr lang="en-US" sz="1800" dirty="0"/>
            </a:lvl1pPr>
          </a:lstStyle>
          <a:p>
            <a:pPr lvl="0"/>
            <a:r>
              <a:rPr lang="en-US"/>
              <a:t>Click to edit Master subtitle style</a:t>
            </a:r>
          </a:p>
        </p:txBody>
      </p:sp>
    </p:spTree>
    <p:extLst>
      <p:ext uri="{BB962C8B-B14F-4D97-AF65-F5344CB8AC3E}">
        <p14:creationId xmlns:p14="http://schemas.microsoft.com/office/powerpoint/2010/main" val="2758886361"/>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40326112-1BD1-F5C0-ED77-E41EEFB039AF}"/>
              </a:ext>
            </a:extLst>
          </p:cNvPr>
          <p:cNvSpPr>
            <a:spLocks noGrp="1"/>
          </p:cNvSpPr>
          <p:nvPr>
            <p:ph type="ctrTitle"/>
          </p:nvPr>
        </p:nvSpPr>
        <p:spPr>
          <a:xfrm>
            <a:off x="678870" y="1142999"/>
            <a:ext cx="4807529" cy="3188635"/>
          </a:xfrm>
        </p:spPr>
        <p:txBody>
          <a:bodyPr vert="horz" lIns="91440" tIns="45720" rIns="91440" bIns="45720" rtlCol="0" anchor="b">
            <a:normAutofit/>
          </a:bodyPr>
          <a:lstStyle>
            <a:lvl1pPr>
              <a:defRPr lang="en-US" sz="4000" dirty="0"/>
            </a:lvl1pPr>
          </a:lstStyle>
          <a:p>
            <a:pPr lvl="0"/>
            <a:r>
              <a:rPr lang="en-US"/>
              <a:t>Click to edit Master title style</a:t>
            </a:r>
          </a:p>
        </p:txBody>
      </p:sp>
      <p:sp>
        <p:nvSpPr>
          <p:cNvPr id="9" name="Subtitle 2">
            <a:extLst>
              <a:ext uri="{FF2B5EF4-FFF2-40B4-BE49-F238E27FC236}">
                <a16:creationId xmlns:a16="http://schemas.microsoft.com/office/drawing/2014/main" id="{E8300B8C-A996-EF72-0213-6F8F903337A4}"/>
              </a:ext>
            </a:extLst>
          </p:cNvPr>
          <p:cNvSpPr>
            <a:spLocks noGrp="1"/>
          </p:cNvSpPr>
          <p:nvPr>
            <p:ph type="subTitle" idx="1"/>
          </p:nvPr>
        </p:nvSpPr>
        <p:spPr>
          <a:xfrm>
            <a:off x="678870" y="4560236"/>
            <a:ext cx="4807529" cy="785528"/>
          </a:xfrm>
        </p:spPr>
        <p:txBody>
          <a:bodyPr vert="horz" lIns="91440" tIns="45720" rIns="91440" bIns="45720" rtlCol="0" anchor="t">
            <a:normAutofit/>
          </a:bodyPr>
          <a:lstStyle>
            <a:lvl1pPr marL="0" indent="0">
              <a:buNone/>
              <a:defRPr lang="en-US" sz="1800" dirty="0"/>
            </a:lvl1pPr>
          </a:lstStyle>
          <a:p>
            <a:pPr lvl="0"/>
            <a:r>
              <a:rPr lang="en-US"/>
              <a:t>Click to edit Master subtitle style</a:t>
            </a:r>
          </a:p>
        </p:txBody>
      </p:sp>
    </p:spTree>
    <p:extLst>
      <p:ext uri="{BB962C8B-B14F-4D97-AF65-F5344CB8AC3E}">
        <p14:creationId xmlns:p14="http://schemas.microsoft.com/office/powerpoint/2010/main" val="1791098543"/>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with Picture">
    <p:bg>
      <p:bgPr>
        <a:blipFill dpi="0" rotWithShape="1">
          <a:blip r:embed="rId2">
            <a:extLst>
              <a:ext uri="{BEBA8EAE-BF5A-486C-A8C5-ECC9F3942E4B}">
                <a14:imgProps xmlns:a14="http://schemas.microsoft.com/office/drawing/2010/main">
                  <a14:imgLayer r:embed="rId3">
                    <a14:imgEffect>
                      <a14:brightnessContrast bright="8000"/>
                    </a14:imgEffect>
                  </a14:imgLayer>
                </a14:imgProps>
              </a:ext>
            </a:extLst>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058619" y="609601"/>
            <a:ext cx="5447581" cy="3768320"/>
          </a:xfrm>
        </p:spPr>
        <p:txBody>
          <a:bodyPr vert="horz" lIns="91440" tIns="45720" rIns="91440" bIns="45720" rtlCol="0" anchor="t">
            <a:normAutofit/>
          </a:bodyPr>
          <a:lstStyle>
            <a:lvl1pPr>
              <a:defRPr lang="en-US" sz="4000" dirty="0"/>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058618" y="4662326"/>
            <a:ext cx="5447582" cy="1586073"/>
          </a:xfrm>
        </p:spPr>
        <p:txBody>
          <a:bodyPr vert="horz" lIns="91440" tIns="45720" rIns="91440" bIns="45720" rtlCol="0" anchor="b">
            <a:normAutofit/>
          </a:bodyPr>
          <a:lstStyle>
            <a:lvl1pPr marL="0" indent="0">
              <a:buNone/>
              <a:defRPr lang="en-US" sz="1600" dirty="0"/>
            </a:lvl1pPr>
          </a:lstStyle>
          <a:p>
            <a:pPr lvl="0"/>
            <a:r>
              <a:rPr lang="en-US"/>
              <a:t>Click to edit Master subtitle style</a:t>
            </a:r>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678871" y="609600"/>
            <a:ext cx="4935358" cy="5638800"/>
          </a:xfrm>
          <a:blipFill>
            <a:blip r:embed="rId4">
              <a:alphaModFix amt="60000"/>
              <a:extLst>
                <a:ext uri="{28A0092B-C50C-407E-A947-70E740481C1C}">
                  <a14:useLocalDpi xmlns:a14="http://schemas.microsoft.com/office/drawing/2010/main" val="0"/>
                </a:ext>
              </a:extLst>
            </a:blip>
            <a:srcRect/>
            <a:stretch>
              <a:fillRect l="-50202" r="-50202"/>
            </a:stretch>
          </a:blipFill>
        </p:spPr>
        <p:txBody>
          <a:bodyPr/>
          <a:lstStyle>
            <a:lvl1pPr marL="0" indent="0">
              <a:buNone/>
              <a:defRPr/>
            </a:lvl1pPr>
          </a:lstStyle>
          <a:p>
            <a:r>
              <a:rPr lang="en-US" dirty="0"/>
              <a:t>   </a:t>
            </a:r>
          </a:p>
        </p:txBody>
      </p:sp>
    </p:spTree>
    <p:extLst>
      <p:ext uri="{BB962C8B-B14F-4D97-AF65-F5344CB8AC3E}">
        <p14:creationId xmlns:p14="http://schemas.microsoft.com/office/powerpoint/2010/main" val="4274772957"/>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 with Picture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78871" y="529496"/>
            <a:ext cx="10827330" cy="990600"/>
          </a:xfrm>
        </p:spPr>
        <p:txBody>
          <a:bodyPr vert="horz" lIns="91440" tIns="45720" rIns="91440" bIns="45720" rtlCol="0" anchor="ctr">
            <a:normAutofit/>
          </a:bodyPr>
          <a:lstStyle>
            <a:lvl1pPr algn="ctr">
              <a:defRPr lang="en-US" sz="4000" dirty="0"/>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78871" y="5337048"/>
            <a:ext cx="10827329" cy="987552"/>
          </a:xfrm>
        </p:spPr>
        <p:txBody>
          <a:bodyPr vert="horz" lIns="91440" tIns="45720" rIns="91440" bIns="45720" rtlCol="0" anchor="ctr">
            <a:normAutofit/>
          </a:bodyPr>
          <a:lstStyle>
            <a:lvl1pPr marL="0" indent="0" algn="ctr">
              <a:buNone/>
              <a:defRPr lang="en-US" sz="1600" dirty="0"/>
            </a:lvl1pPr>
          </a:lstStyle>
          <a:p>
            <a:pPr lvl="0"/>
            <a:r>
              <a:rPr lang="en-US"/>
              <a:t>Click to edit Master subtitle style</a:t>
            </a:r>
          </a:p>
        </p:txBody>
      </p:sp>
      <p:sp>
        <p:nvSpPr>
          <p:cNvPr id="4" name="Picture Placeholder 10">
            <a:extLst>
              <a:ext uri="{FF2B5EF4-FFF2-40B4-BE49-F238E27FC236}">
                <a16:creationId xmlns:a16="http://schemas.microsoft.com/office/drawing/2014/main" id="{3C616236-6C34-2AB3-9A30-9F0CB3F4E1B7}"/>
              </a:ext>
            </a:extLst>
          </p:cNvPr>
          <p:cNvSpPr>
            <a:spLocks noGrp="1"/>
          </p:cNvSpPr>
          <p:nvPr>
            <p:ph type="pic" sz="quarter" idx="13" hasCustomPrompt="1"/>
          </p:nvPr>
        </p:nvSpPr>
        <p:spPr>
          <a:xfrm>
            <a:off x="678871" y="2019299"/>
            <a:ext cx="10827330" cy="2819402"/>
          </a:xfrm>
          <a:blipFill>
            <a:blip r:embed="rId3">
              <a:alphaModFix amt="60000"/>
              <a:extLst>
                <a:ext uri="{28A0092B-C50C-407E-A947-70E740481C1C}">
                  <a14:useLocalDpi xmlns:a14="http://schemas.microsoft.com/office/drawing/2010/main" val="0"/>
                </a:ext>
              </a:extLst>
            </a:blip>
            <a:srcRect/>
            <a:stretch>
              <a:fillRect t="-71622" b="-47190"/>
            </a:stretch>
          </a:blipFill>
        </p:spPr>
        <p:txBody>
          <a:bodyPr/>
          <a:lstStyle>
            <a:lvl1pPr marL="0" indent="0">
              <a:buNone/>
              <a:defRPr/>
            </a:lvl1pPr>
          </a:lstStyle>
          <a:p>
            <a:r>
              <a:rPr lang="en-US" dirty="0"/>
              <a:t>   </a:t>
            </a:r>
          </a:p>
        </p:txBody>
      </p:sp>
    </p:spTree>
    <p:extLst>
      <p:ext uri="{BB962C8B-B14F-4D97-AF65-F5344CB8AC3E}">
        <p14:creationId xmlns:p14="http://schemas.microsoft.com/office/powerpoint/2010/main" val="2359772575"/>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itle with Picture 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324600" y="609600"/>
            <a:ext cx="5188529" cy="4953000"/>
          </a:xfrm>
        </p:spPr>
        <p:txBody>
          <a:bodyPr vert="horz" lIns="91440" tIns="45720" rIns="91440" bIns="45720" rtlCol="0" anchor="b">
            <a:noAutofit/>
          </a:bodyPr>
          <a:lstStyle>
            <a:lvl1pPr>
              <a:defRPr lang="en-US" sz="4000" dirty="0"/>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318504" y="5867400"/>
            <a:ext cx="5188529" cy="377573"/>
          </a:xfrm>
        </p:spPr>
        <p:txBody>
          <a:bodyPr vert="horz" lIns="91440" tIns="45720" rIns="91440" bIns="45720" rtlCol="0">
            <a:normAutofit/>
          </a:bodyPr>
          <a:lstStyle>
            <a:lvl1pPr marL="0" indent="0">
              <a:buNone/>
              <a:defRPr lang="en-US" sz="1600" dirty="0"/>
            </a:lvl1pPr>
          </a:lstStyle>
          <a:p>
            <a:pPr lvl="0"/>
            <a:r>
              <a:rPr lang="en-US"/>
              <a:t>Click to edit Master subtitle style</a:t>
            </a:r>
          </a:p>
        </p:txBody>
      </p:sp>
      <p:sp>
        <p:nvSpPr>
          <p:cNvPr id="5" name="Picture Placeholder 10">
            <a:extLst>
              <a:ext uri="{FF2B5EF4-FFF2-40B4-BE49-F238E27FC236}">
                <a16:creationId xmlns:a16="http://schemas.microsoft.com/office/drawing/2014/main" id="{A3E0057A-BBE1-599B-C438-DC65F9614590}"/>
              </a:ext>
            </a:extLst>
          </p:cNvPr>
          <p:cNvSpPr>
            <a:spLocks noGrp="1"/>
          </p:cNvSpPr>
          <p:nvPr>
            <p:ph type="pic" sz="quarter" idx="13" hasCustomPrompt="1"/>
          </p:nvPr>
        </p:nvSpPr>
        <p:spPr>
          <a:xfrm>
            <a:off x="678871" y="609600"/>
            <a:ext cx="4935358" cy="5638800"/>
          </a:xfrm>
          <a:blipFill>
            <a:blip r:embed="rId3">
              <a:alphaModFix amt="60000"/>
              <a:extLst>
                <a:ext uri="{28A0092B-C50C-407E-A947-70E740481C1C}">
                  <a14:useLocalDpi xmlns:a14="http://schemas.microsoft.com/office/drawing/2010/main" val="0"/>
                </a:ext>
              </a:extLst>
            </a:blip>
            <a:srcRect/>
            <a:stretch>
              <a:fillRect l="-50202" r="-50202"/>
            </a:stretch>
          </a:blipFill>
        </p:spPr>
        <p:txBody>
          <a:bodyPr/>
          <a:lstStyle>
            <a:lvl1pPr marL="0" indent="0">
              <a:buNone/>
              <a:defRPr/>
            </a:lvl1pPr>
          </a:lstStyle>
          <a:p>
            <a:r>
              <a:rPr lang="en-US" dirty="0"/>
              <a:t>   </a:t>
            </a:r>
          </a:p>
        </p:txBody>
      </p:sp>
    </p:spTree>
    <p:extLst>
      <p:ext uri="{BB962C8B-B14F-4D97-AF65-F5344CB8AC3E}">
        <p14:creationId xmlns:p14="http://schemas.microsoft.com/office/powerpoint/2010/main" val="3205500418"/>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Title with Picture 4">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51450" y="4038601"/>
            <a:ext cx="6587550" cy="2209800"/>
          </a:xfrm>
        </p:spPr>
        <p:txBody>
          <a:bodyPr vert="horz" lIns="91440" tIns="45720" rIns="91440" bIns="45720" rtlCol="0" anchor="t">
            <a:noAutofit/>
          </a:bodyPr>
          <a:lstStyle>
            <a:lvl1pPr>
              <a:defRPr lang="en-US" sz="4000" dirty="0"/>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848600" y="4038601"/>
            <a:ext cx="3657600" cy="2209799"/>
          </a:xfrm>
        </p:spPr>
        <p:txBody>
          <a:bodyPr vert="horz" lIns="91440" tIns="45720" rIns="91440" bIns="45720" rtlCol="0" anchor="b">
            <a:normAutofit/>
          </a:bodyPr>
          <a:lstStyle>
            <a:lvl1pPr marL="0" indent="0" algn="r">
              <a:buNone/>
              <a:defRPr lang="en-US" sz="1600" dirty="0"/>
            </a:lvl1pPr>
          </a:lstStyle>
          <a:p>
            <a:pPr lvl="0"/>
            <a:r>
              <a:rPr lang="en-US"/>
              <a:t>Click to edit Master subtitle style</a:t>
            </a:r>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678870" y="609598"/>
            <a:ext cx="10827330" cy="2819402"/>
          </a:xfrm>
          <a:blipFill>
            <a:blip r:embed="rId3">
              <a:alphaModFix amt="60000"/>
              <a:extLst>
                <a:ext uri="{28A0092B-C50C-407E-A947-70E740481C1C}">
                  <a14:useLocalDpi xmlns:a14="http://schemas.microsoft.com/office/drawing/2010/main" val="0"/>
                </a:ext>
              </a:extLst>
            </a:blip>
            <a:srcRect/>
            <a:stretch>
              <a:fillRect t="-86486" b="-32326"/>
            </a:stretch>
          </a:blipFill>
        </p:spPr>
        <p:txBody>
          <a:bodyPr/>
          <a:lstStyle>
            <a:lvl1pPr marL="0" indent="0">
              <a:buNone/>
              <a:defRPr/>
            </a:lvl1pPr>
          </a:lstStyle>
          <a:p>
            <a:r>
              <a:rPr lang="en-US" dirty="0"/>
              <a:t>   </a:t>
            </a:r>
          </a:p>
        </p:txBody>
      </p:sp>
    </p:spTree>
    <p:extLst>
      <p:ext uri="{BB962C8B-B14F-4D97-AF65-F5344CB8AC3E}">
        <p14:creationId xmlns:p14="http://schemas.microsoft.com/office/powerpoint/2010/main" val="3545483435"/>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ection Hea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2161514" y="2476500"/>
            <a:ext cx="7868972" cy="1905000"/>
          </a:xfrm>
        </p:spPr>
        <p:txBody>
          <a:bodyPr vert="horz" lIns="91440" tIns="45720" rIns="91440" bIns="45720" rtlCol="0" anchor="ctr">
            <a:normAutofit/>
          </a:bodyPr>
          <a:lstStyle>
            <a:lvl1pPr algn="ctr">
              <a:defRPr lang="en-US" sz="2800" dirty="0"/>
            </a:lvl1pPr>
          </a:lstStyle>
          <a:p>
            <a:pPr lvl="0"/>
            <a:r>
              <a:rPr lang="en-US"/>
              <a:t>Section Header</a:t>
            </a:r>
          </a:p>
        </p:txBody>
      </p:sp>
    </p:spTree>
    <p:extLst>
      <p:ext uri="{BB962C8B-B14F-4D97-AF65-F5344CB8AC3E}">
        <p14:creationId xmlns:p14="http://schemas.microsoft.com/office/powerpoint/2010/main" val="294359669"/>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ection Header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2161514" y="2476500"/>
            <a:ext cx="7868972" cy="1905000"/>
          </a:xfrm>
        </p:spPr>
        <p:txBody>
          <a:bodyPr vert="horz" lIns="91440" tIns="45720" rIns="91440" bIns="45720" rtlCol="0" anchor="ctr">
            <a:normAutofit/>
          </a:bodyPr>
          <a:lstStyle>
            <a:lvl1pPr algn="ctr">
              <a:defRPr lang="en-US" sz="2800" dirty="0"/>
            </a:lvl1pPr>
          </a:lstStyle>
          <a:p>
            <a:pPr lvl="0"/>
            <a:r>
              <a:rPr lang="en-US"/>
              <a:t>Section Header</a:t>
            </a:r>
          </a:p>
        </p:txBody>
      </p:sp>
    </p:spTree>
    <p:extLst>
      <p:ext uri="{BB962C8B-B14F-4D97-AF65-F5344CB8AC3E}">
        <p14:creationId xmlns:p14="http://schemas.microsoft.com/office/powerpoint/2010/main" val="2974366388"/>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Agenda">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01CED7D0-671B-7F63-5130-E35828ABE878}"/>
              </a:ext>
            </a:extLst>
          </p:cNvPr>
          <p:cNvSpPr>
            <a:spLocks noGrp="1"/>
          </p:cNvSpPr>
          <p:nvPr>
            <p:ph type="title"/>
          </p:nvPr>
        </p:nvSpPr>
        <p:spPr>
          <a:xfrm>
            <a:off x="4572000" y="1340668"/>
            <a:ext cx="6932507" cy="1135838"/>
          </a:xfrm>
        </p:spPr>
        <p:txBody>
          <a:bodyPr anchor="b">
            <a:normAutofit/>
          </a:bodyPr>
          <a:lstStyle>
            <a:lvl1pPr>
              <a:defRPr sz="2800"/>
            </a:lvl1pPr>
          </a:lstStyle>
          <a:p>
            <a:r>
              <a:rPr lang="en-US" dirty="0"/>
              <a:t>Click to edit Master title style</a:t>
            </a:r>
          </a:p>
        </p:txBody>
      </p:sp>
      <p:sp>
        <p:nvSpPr>
          <p:cNvPr id="8" name="Content Placeholder 6">
            <a:extLst>
              <a:ext uri="{FF2B5EF4-FFF2-40B4-BE49-F238E27FC236}">
                <a16:creationId xmlns:a16="http://schemas.microsoft.com/office/drawing/2014/main" id="{22A82A9B-9EBD-0A77-F607-E839D43652B1}"/>
              </a:ext>
            </a:extLst>
          </p:cNvPr>
          <p:cNvSpPr>
            <a:spLocks noGrp="1"/>
          </p:cNvSpPr>
          <p:nvPr>
            <p:ph sz="quarter" idx="13"/>
          </p:nvPr>
        </p:nvSpPr>
        <p:spPr>
          <a:xfrm>
            <a:off x="4571999" y="2743200"/>
            <a:ext cx="6932508" cy="3419856"/>
          </a:xfrm>
          <a:noFill/>
        </p:spPr>
        <p:txBody>
          <a:bodyPr>
            <a:normAutofit/>
          </a:bodyPr>
          <a:lstStyle>
            <a:lvl1pPr marL="457200" indent="-457200">
              <a:buFont typeface="+mj-lt"/>
              <a:buAutoNum type="arabicPeriod"/>
              <a:defRPr sz="1800">
                <a:solidFill>
                  <a:schemeClr val="tx1"/>
                </a:solidFill>
              </a:defRPr>
            </a:lvl1pPr>
            <a:lvl2pPr marL="571500" indent="-342900">
              <a:buFont typeface="+mj-lt"/>
              <a:buAutoNum type="arabicPeriod"/>
              <a:defRPr sz="1600">
                <a:solidFill>
                  <a:schemeClr val="tx1"/>
                </a:solidFill>
              </a:defRPr>
            </a:lvl2pPr>
            <a:lvl3pPr marL="800100" indent="-342900">
              <a:buFont typeface="+mj-lt"/>
              <a:buAutoNum type="arabicPeriod"/>
              <a:defRPr sz="1400">
                <a:solidFill>
                  <a:schemeClr val="tx1"/>
                </a:solidFill>
              </a:defRPr>
            </a:lvl3pPr>
            <a:lvl4pPr marL="1028700" indent="-342900">
              <a:buFont typeface="+mj-lt"/>
              <a:buAutoNum type="arabicPeriod"/>
              <a:defRPr sz="1200">
                <a:solidFill>
                  <a:schemeClr val="tx1"/>
                </a:solidFill>
              </a:defRPr>
            </a:lvl4pPr>
            <a:lvl5pPr>
              <a:buFont typeface="+mj-lt"/>
              <a:buAutoNum type="arabicPeriod"/>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35582C81-1CE9-A2E1-1417-0667434DFD22}"/>
              </a:ext>
            </a:extLst>
          </p:cNvPr>
          <p:cNvSpPr>
            <a:spLocks noGrp="1"/>
          </p:cNvSpPr>
          <p:nvPr>
            <p:ph type="ftr" sz="quarter" idx="15"/>
          </p:nvPr>
        </p:nvSpPr>
        <p:spPr/>
        <p:txBody>
          <a:bodyPr/>
          <a:lstStyle/>
          <a:p>
            <a:endParaRPr lang="en-US" dirty="0"/>
          </a:p>
        </p:txBody>
      </p:sp>
      <p:sp>
        <p:nvSpPr>
          <p:cNvPr id="3" name="Date Placeholder 2">
            <a:extLst>
              <a:ext uri="{FF2B5EF4-FFF2-40B4-BE49-F238E27FC236}">
                <a16:creationId xmlns:a16="http://schemas.microsoft.com/office/drawing/2014/main" id="{B4EFFC3A-D237-7CAA-92EF-DF9B810EB271}"/>
              </a:ext>
            </a:extLst>
          </p:cNvPr>
          <p:cNvSpPr>
            <a:spLocks noGrp="1"/>
          </p:cNvSpPr>
          <p:nvPr>
            <p:ph type="dt" sz="half" idx="14"/>
          </p:nvPr>
        </p:nvSpPr>
        <p:spPr/>
        <p:txBody>
          <a:bodyPr/>
          <a:lstStyle/>
          <a:p>
            <a:endParaRPr lang="en-US" dirty="0"/>
          </a:p>
        </p:txBody>
      </p:sp>
      <p:sp>
        <p:nvSpPr>
          <p:cNvPr id="5" name="Slide Number Placeholder 4">
            <a:extLst>
              <a:ext uri="{FF2B5EF4-FFF2-40B4-BE49-F238E27FC236}">
                <a16:creationId xmlns:a16="http://schemas.microsoft.com/office/drawing/2014/main" id="{F3E7B383-8CF2-6BB2-8F46-605FE9710B27}"/>
              </a:ext>
            </a:extLst>
          </p:cNvPr>
          <p:cNvSpPr>
            <a:spLocks noGrp="1"/>
          </p:cNvSpPr>
          <p:nvPr>
            <p:ph type="sldNum" sz="quarter" idx="16"/>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36968321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Agenda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5841999" y="687492"/>
            <a:ext cx="5662508" cy="2017614"/>
          </a:xfrm>
        </p:spPr>
        <p:txBody>
          <a:bodyPr anchor="b">
            <a:normAutofit/>
          </a:bodyPr>
          <a:lstStyle>
            <a:lvl1pPr>
              <a:defRPr sz="2800"/>
            </a:lvl1pPr>
          </a:lstStyle>
          <a:p>
            <a:r>
              <a:rPr lang="en-US" dirty="0"/>
              <a:t>Click to edit Master title style</a:t>
            </a:r>
          </a:p>
        </p:txBody>
      </p:sp>
      <p:sp>
        <p:nvSpPr>
          <p:cNvPr id="10" name="Picture Placeholder 9">
            <a:extLst>
              <a:ext uri="{FF2B5EF4-FFF2-40B4-BE49-F238E27FC236}">
                <a16:creationId xmlns:a16="http://schemas.microsoft.com/office/drawing/2014/main" id="{DD26684C-23E4-F6A1-5A03-70AE7BEA72CA}"/>
              </a:ext>
            </a:extLst>
          </p:cNvPr>
          <p:cNvSpPr>
            <a:spLocks noGrp="1"/>
          </p:cNvSpPr>
          <p:nvPr>
            <p:ph type="pic" sz="quarter" idx="14" hasCustomPrompt="1"/>
          </p:nvPr>
        </p:nvSpPr>
        <p:spPr>
          <a:xfrm>
            <a:off x="687493" y="687492"/>
            <a:ext cx="4516298" cy="5483016"/>
          </a:xfrm>
          <a:custGeom>
            <a:avLst/>
            <a:gdLst>
              <a:gd name="connsiteX0" fmla="*/ 0 w 4565591"/>
              <a:gd name="connsiteY0" fmla="*/ 0 h 6858000"/>
              <a:gd name="connsiteX1" fmla="*/ 4565591 w 4565591"/>
              <a:gd name="connsiteY1" fmla="*/ 0 h 6858000"/>
              <a:gd name="connsiteX2" fmla="*/ 4565591 w 4565591"/>
              <a:gd name="connsiteY2" fmla="*/ 6858000 h 6858000"/>
              <a:gd name="connsiteX3" fmla="*/ 0 w 456559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565591" h="6858000">
                <a:moveTo>
                  <a:pt x="0" y="0"/>
                </a:moveTo>
                <a:lnTo>
                  <a:pt x="4565591" y="0"/>
                </a:lnTo>
                <a:lnTo>
                  <a:pt x="4565591" y="6858000"/>
                </a:lnTo>
                <a:lnTo>
                  <a:pt x="0" y="6858000"/>
                </a:lnTo>
                <a:close/>
              </a:path>
            </a:pathLst>
          </a:custGeom>
          <a:blipFill>
            <a:blip r:embed="rId2">
              <a:alphaModFix amt="60000"/>
              <a:extLst>
                <a:ext uri="{28A0092B-C50C-407E-A947-70E740481C1C}">
                  <a14:useLocalDpi xmlns:a14="http://schemas.microsoft.com/office/drawing/2010/main" val="0"/>
                </a:ext>
              </a:extLst>
            </a:blip>
            <a:srcRect/>
            <a:stretch>
              <a:fillRect l="-57969" r="-57969"/>
            </a:stretch>
          </a:blipFill>
        </p:spPr>
        <p:txBody>
          <a:bodyPr wrap="square">
            <a:noAutofit/>
          </a:bodyPr>
          <a:lstStyle>
            <a:lvl1pPr marL="0" indent="0">
              <a:buNone/>
              <a:defRPr/>
            </a:lvl1pPr>
          </a:lstStyle>
          <a:p>
            <a:r>
              <a:rPr lang="en-US" dirty="0"/>
              <a:t>   </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5841999" y="2997200"/>
            <a:ext cx="5662508" cy="3165856"/>
          </a:xfrm>
        </p:spPr>
        <p:txBody>
          <a:bodyPr>
            <a:normAutofit/>
          </a:bodyPr>
          <a:lstStyle>
            <a:lvl1pPr marL="457200" indent="-457200">
              <a:buFont typeface="+mj-lt"/>
              <a:buAutoNum type="arabicPeriod"/>
              <a:defRPr sz="1800"/>
            </a:lvl1pPr>
            <a:lvl2pPr marL="571500" indent="-342900">
              <a:buFont typeface="+mj-lt"/>
              <a:buAutoNum type="arabicPeriod"/>
              <a:defRPr sz="1600"/>
            </a:lvl2pPr>
            <a:lvl3pPr marL="800100" indent="-342900">
              <a:buFont typeface="+mj-lt"/>
              <a:buAutoNum type="arabicPeriod"/>
              <a:defRPr sz="1400"/>
            </a:lvl3pPr>
            <a:lvl4pPr marL="1028700" indent="-342900">
              <a:buFont typeface="+mj-lt"/>
              <a:buAutoNum type="arabicPeriod"/>
              <a:defRPr sz="1200"/>
            </a:lvl4pPr>
            <a:lvl5pPr>
              <a:buFont typeface="+mj-lt"/>
              <a:buAutoNum type="arabicPeriod"/>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A97B878F-3C07-D360-EC90-8FEFB87A77CD}"/>
              </a:ext>
            </a:extLst>
          </p:cNvPr>
          <p:cNvSpPr>
            <a:spLocks noGrp="1"/>
          </p:cNvSpPr>
          <p:nvPr>
            <p:ph type="ftr" sz="quarter" idx="16"/>
          </p:nvPr>
        </p:nvSpPr>
        <p:spPr/>
        <p:txBody>
          <a:bodyPr/>
          <a:lstStyle/>
          <a:p>
            <a:endParaRPr lang="en-US" dirty="0"/>
          </a:p>
        </p:txBody>
      </p:sp>
      <p:sp>
        <p:nvSpPr>
          <p:cNvPr id="3" name="Date Placeholder 2">
            <a:extLst>
              <a:ext uri="{FF2B5EF4-FFF2-40B4-BE49-F238E27FC236}">
                <a16:creationId xmlns:a16="http://schemas.microsoft.com/office/drawing/2014/main" id="{4018733C-68A4-04E1-A968-B5C15E3F7EE2}"/>
              </a:ext>
            </a:extLst>
          </p:cNvPr>
          <p:cNvSpPr>
            <a:spLocks noGrp="1"/>
          </p:cNvSpPr>
          <p:nvPr>
            <p:ph type="dt" sz="half" idx="15"/>
          </p:nvPr>
        </p:nvSpPr>
        <p:spPr/>
        <p:txBody>
          <a:bodyPr/>
          <a:lstStyle/>
          <a:p>
            <a:endParaRPr lang="en-US" dirty="0"/>
          </a:p>
        </p:txBody>
      </p:sp>
      <p:sp>
        <p:nvSpPr>
          <p:cNvPr id="6" name="Slide Number Placeholder 5">
            <a:extLst>
              <a:ext uri="{FF2B5EF4-FFF2-40B4-BE49-F238E27FC236}">
                <a16:creationId xmlns:a16="http://schemas.microsoft.com/office/drawing/2014/main" id="{978E9E97-1DED-CCA3-AF67-F1BAD79A8199}"/>
              </a:ext>
            </a:extLst>
          </p:cNvPr>
          <p:cNvSpPr>
            <a:spLocks noGrp="1"/>
          </p:cNvSpPr>
          <p:nvPr>
            <p:ph type="sldNum" sz="quarter" idx="17"/>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162453525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F62EDB1F-A73E-55BD-6BDA-F64978102A97}"/>
              </a:ext>
            </a:extLst>
          </p:cNvPr>
          <p:cNvSpPr>
            <a:spLocks noGrp="1"/>
          </p:cNvSpPr>
          <p:nvPr>
            <p:ph type="title"/>
          </p:nvPr>
        </p:nvSpPr>
        <p:spPr>
          <a:xfrm>
            <a:off x="5708024" y="855636"/>
            <a:ext cx="5796484" cy="1070776"/>
          </a:xfrm>
        </p:spPr>
        <p:txBody>
          <a:bodyPr/>
          <a:lstStyle/>
          <a:p>
            <a:r>
              <a:rPr lang="en-US" dirty="0"/>
              <a:t>Click to edit Master title style</a:t>
            </a:r>
          </a:p>
        </p:txBody>
      </p:sp>
      <p:sp>
        <p:nvSpPr>
          <p:cNvPr id="13" name="Content Placeholder 7">
            <a:extLst>
              <a:ext uri="{FF2B5EF4-FFF2-40B4-BE49-F238E27FC236}">
                <a16:creationId xmlns:a16="http://schemas.microsoft.com/office/drawing/2014/main" id="{A4047690-7015-54CB-752C-C1C7BE42D7C7}"/>
              </a:ext>
            </a:extLst>
          </p:cNvPr>
          <p:cNvSpPr>
            <a:spLocks noGrp="1"/>
          </p:cNvSpPr>
          <p:nvPr>
            <p:ph sz="quarter" idx="14"/>
          </p:nvPr>
        </p:nvSpPr>
        <p:spPr>
          <a:xfrm>
            <a:off x="5708024" y="2057400"/>
            <a:ext cx="5798176" cy="1828800"/>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Footer Placeholder 4">
            <a:extLst>
              <a:ext uri="{FF2B5EF4-FFF2-40B4-BE49-F238E27FC236}">
                <a16:creationId xmlns:a16="http://schemas.microsoft.com/office/drawing/2014/main" id="{071DA00E-F240-EC85-5E2B-4DE591F61044}"/>
              </a:ext>
            </a:extLst>
          </p:cNvPr>
          <p:cNvSpPr>
            <a:spLocks noGrp="1"/>
          </p:cNvSpPr>
          <p:nvPr>
            <p:ph type="ftr" sz="quarter" idx="3"/>
          </p:nvPr>
        </p:nvSpPr>
        <p:spPr>
          <a:xfrm>
            <a:off x="678871" y="6343955"/>
            <a:ext cx="2739181" cy="365125"/>
          </a:xfrm>
          <a:prstGeom prst="rect">
            <a:avLst/>
          </a:prstGeom>
        </p:spPr>
        <p:txBody>
          <a:bodyPr vert="horz" lIns="91440" tIns="45720" rIns="91440" bIns="45720" rtlCol="0" anchor="ctr"/>
          <a:lstStyle>
            <a:lvl1pPr algn="l">
              <a:defRPr sz="900">
                <a:solidFill>
                  <a:schemeClr val="tx1"/>
                </a:solidFill>
              </a:defRPr>
            </a:lvl1pPr>
          </a:lstStyle>
          <a:p>
            <a:endParaRPr lang="en-US" sz="900"/>
          </a:p>
        </p:txBody>
      </p:sp>
      <p:sp>
        <p:nvSpPr>
          <p:cNvPr id="5" name="Date Placeholder 8">
            <a:extLst>
              <a:ext uri="{FF2B5EF4-FFF2-40B4-BE49-F238E27FC236}">
                <a16:creationId xmlns:a16="http://schemas.microsoft.com/office/drawing/2014/main" id="{EED5FCE3-5050-A9AE-69B1-6AAB64B63174}"/>
              </a:ext>
            </a:extLst>
          </p:cNvPr>
          <p:cNvSpPr>
            <a:spLocks noGrp="1"/>
          </p:cNvSpPr>
          <p:nvPr>
            <p:ph type="dt" sz="half" idx="16"/>
          </p:nvPr>
        </p:nvSpPr>
        <p:spPr>
          <a:xfrm>
            <a:off x="3505380" y="6346745"/>
            <a:ext cx="1762359" cy="365125"/>
          </a:xfrm>
        </p:spPr>
        <p:txBody>
          <a:bodyPr/>
          <a:lstStyle/>
          <a:p>
            <a:endParaRPr lang="en-US" dirty="0"/>
          </a:p>
        </p:txBody>
      </p:sp>
      <p:sp>
        <p:nvSpPr>
          <p:cNvPr id="11" name="Slide Number Placeholder 5">
            <a:extLst>
              <a:ext uri="{FF2B5EF4-FFF2-40B4-BE49-F238E27FC236}">
                <a16:creationId xmlns:a16="http://schemas.microsoft.com/office/drawing/2014/main" id="{BE15DD76-F653-F74F-4DCD-674241F38B03}"/>
              </a:ext>
            </a:extLst>
          </p:cNvPr>
          <p:cNvSpPr>
            <a:spLocks noGrp="1"/>
          </p:cNvSpPr>
          <p:nvPr>
            <p:ph type="sldNum" sz="quarter" idx="4"/>
          </p:nvPr>
        </p:nvSpPr>
        <p:spPr>
          <a:xfrm>
            <a:off x="5350612" y="6343955"/>
            <a:ext cx="357412" cy="365125"/>
          </a:xfrm>
          <a:prstGeom prst="rect">
            <a:avLst/>
          </a:prstGeom>
        </p:spPr>
        <p:txBody>
          <a:bodyPr vert="horz" lIns="91440" tIns="45720" rIns="91440" bIns="45720" rtlCol="0" anchor="ctr"/>
          <a:lstStyle>
            <a:lvl1pPr algn="r">
              <a:defRPr sz="900">
                <a:solidFill>
                  <a:schemeClr val="tx1"/>
                </a:solidFill>
              </a:defRPr>
            </a:lvl1pPr>
          </a:lstStyle>
          <a:p>
            <a:fld id="{AEAA3239-9EA4-4A65-A281-97F994456D9F}" type="slidenum">
              <a:rPr lang="en-US" smtClean="0"/>
              <a:pPr/>
              <a:t>‹#›</a:t>
            </a:fld>
            <a:endParaRPr lang="en-US" sz="900"/>
          </a:p>
        </p:txBody>
      </p:sp>
    </p:spTree>
    <p:extLst>
      <p:ext uri="{BB962C8B-B14F-4D97-AF65-F5344CB8AC3E}">
        <p14:creationId xmlns:p14="http://schemas.microsoft.com/office/powerpoint/2010/main" val="255014199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ntent 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85800" y="1385287"/>
            <a:ext cx="4973865" cy="1470228"/>
          </a:xfrm>
        </p:spPr>
        <p:txBody>
          <a:bodyPr anchor="t">
            <a:normAutofit/>
          </a:bodyPr>
          <a:lstStyle>
            <a:lvl1pPr>
              <a:defRPr sz="2800"/>
            </a:lvl1pPr>
          </a:lstStyle>
          <a:p>
            <a:r>
              <a:rPr lang="en-US"/>
              <a:t>Click to edit Master title style</a:t>
            </a:r>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6324600" y="1385287"/>
            <a:ext cx="5181600" cy="3491513"/>
          </a:xfrm>
        </p:spPr>
        <p:txBody>
          <a:bodyPr/>
          <a:lstStyle>
            <a:lvl1pPr indent="0">
              <a:buNone/>
              <a:defRPr/>
            </a:lvl1pPr>
            <a:lvl2pPr indent="0">
              <a:buNone/>
              <a:defRPr/>
            </a:lvl2pPr>
            <a:lvl3pPr indent="0">
              <a:buNone/>
              <a:defRPr/>
            </a:lvl3pPr>
            <a:lvl4pPr indent="0">
              <a:buNone/>
              <a:defRPr/>
            </a:lvl4pPr>
            <a:lvl5pPr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2D8DAA7E-55EA-19E9-ECC7-C74FE582C066}"/>
              </a:ext>
            </a:extLst>
          </p:cNvPr>
          <p:cNvSpPr>
            <a:spLocks noGrp="1"/>
          </p:cNvSpPr>
          <p:nvPr>
            <p:ph type="ftr" sz="quarter" idx="15"/>
          </p:nvPr>
        </p:nvSpPr>
        <p:spPr/>
        <p:txBody>
          <a:bodyPr/>
          <a:lstStyle/>
          <a:p>
            <a:endParaRPr lang="en-US" dirty="0"/>
          </a:p>
        </p:txBody>
      </p:sp>
      <p:sp>
        <p:nvSpPr>
          <p:cNvPr id="3" name="Date Placeholder 2">
            <a:extLst>
              <a:ext uri="{FF2B5EF4-FFF2-40B4-BE49-F238E27FC236}">
                <a16:creationId xmlns:a16="http://schemas.microsoft.com/office/drawing/2014/main" id="{F623C363-6C3B-E28D-06F5-AB2EC53D7B80}"/>
              </a:ext>
            </a:extLst>
          </p:cNvPr>
          <p:cNvSpPr>
            <a:spLocks noGrp="1"/>
          </p:cNvSpPr>
          <p:nvPr>
            <p:ph type="dt" sz="half" idx="14"/>
          </p:nvPr>
        </p:nvSpPr>
        <p:spPr/>
        <p:txBody>
          <a:bodyPr/>
          <a:lstStyle/>
          <a:p>
            <a:endParaRPr lang="en-US" dirty="0"/>
          </a:p>
        </p:txBody>
      </p:sp>
      <p:sp>
        <p:nvSpPr>
          <p:cNvPr id="5" name="Slide Number Placeholder 4">
            <a:extLst>
              <a:ext uri="{FF2B5EF4-FFF2-40B4-BE49-F238E27FC236}">
                <a16:creationId xmlns:a16="http://schemas.microsoft.com/office/drawing/2014/main" id="{D803258A-CFF4-775F-A29D-30D91D4A5095}"/>
              </a:ext>
            </a:extLst>
          </p:cNvPr>
          <p:cNvSpPr>
            <a:spLocks noGrp="1"/>
          </p:cNvSpPr>
          <p:nvPr>
            <p:ph type="sldNum" sz="quarter" idx="16"/>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407712187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ent 4">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78871" y="720333"/>
            <a:ext cx="7208520" cy="575068"/>
          </a:xfrm>
        </p:spPr>
        <p:txBody>
          <a:bodyPr anchor="t">
            <a:normAutofit/>
          </a:bodyPr>
          <a:lstStyle>
            <a:lvl1pPr>
              <a:defRPr sz="2800"/>
            </a:lvl1pPr>
          </a:lstStyle>
          <a:p>
            <a:r>
              <a:rPr lang="en-US"/>
              <a:t>Click to edit Master title style</a:t>
            </a:r>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704084" y="1600200"/>
            <a:ext cx="5735507" cy="2590800"/>
          </a:xfrm>
        </p:spPr>
        <p:txBody>
          <a:bodyPr/>
          <a:lstStyle>
            <a:lvl1pPr indent="0">
              <a:buNone/>
              <a:defRPr/>
            </a:lvl1pPr>
            <a:lvl2pPr indent="0">
              <a:buNone/>
              <a:defRPr/>
            </a:lvl2pPr>
            <a:lvl3pPr indent="0">
              <a:buNone/>
              <a:defRPr/>
            </a:lvl3pPr>
            <a:lvl4pPr indent="0">
              <a:buNone/>
              <a:defRPr/>
            </a:lvl4pPr>
            <a:lvl5pPr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Footer Placeholder 3">
            <a:extLst>
              <a:ext uri="{FF2B5EF4-FFF2-40B4-BE49-F238E27FC236}">
                <a16:creationId xmlns:a16="http://schemas.microsoft.com/office/drawing/2014/main" id="{F391C811-7699-F021-4CCB-539ACAD0BB23}"/>
              </a:ext>
            </a:extLst>
          </p:cNvPr>
          <p:cNvSpPr>
            <a:spLocks noGrp="1"/>
          </p:cNvSpPr>
          <p:nvPr>
            <p:ph type="ftr" sz="quarter" idx="15"/>
          </p:nvPr>
        </p:nvSpPr>
        <p:spPr>
          <a:xfrm>
            <a:off x="678871" y="6343955"/>
            <a:ext cx="2739181" cy="365125"/>
          </a:xfrm>
        </p:spPr>
        <p:txBody>
          <a:bodyPr/>
          <a:lstStyle/>
          <a:p>
            <a:endParaRPr lang="en-US" dirty="0"/>
          </a:p>
        </p:txBody>
      </p:sp>
      <p:sp>
        <p:nvSpPr>
          <p:cNvPr id="9" name="Date Placeholder 8">
            <a:extLst>
              <a:ext uri="{FF2B5EF4-FFF2-40B4-BE49-F238E27FC236}">
                <a16:creationId xmlns:a16="http://schemas.microsoft.com/office/drawing/2014/main" id="{C8D4E6C4-6819-0DF7-D9C4-34177C161B9C}"/>
              </a:ext>
            </a:extLst>
          </p:cNvPr>
          <p:cNvSpPr>
            <a:spLocks noGrp="1"/>
          </p:cNvSpPr>
          <p:nvPr>
            <p:ph type="dt" sz="half" idx="16"/>
          </p:nvPr>
        </p:nvSpPr>
        <p:spPr>
          <a:xfrm>
            <a:off x="3785216" y="6343954"/>
            <a:ext cx="2202644" cy="365125"/>
          </a:xfrm>
        </p:spPr>
        <p:txBody>
          <a:bodyPr/>
          <a:lstStyle/>
          <a:p>
            <a:endParaRPr lang="en-US" dirty="0"/>
          </a:p>
        </p:txBody>
      </p:sp>
      <p:sp>
        <p:nvSpPr>
          <p:cNvPr id="5" name="Slide Number Placeholder 5">
            <a:extLst>
              <a:ext uri="{FF2B5EF4-FFF2-40B4-BE49-F238E27FC236}">
                <a16:creationId xmlns:a16="http://schemas.microsoft.com/office/drawing/2014/main" id="{958998F3-C99E-11E5-BC33-937A455B2FFB}"/>
              </a:ext>
            </a:extLst>
          </p:cNvPr>
          <p:cNvSpPr>
            <a:spLocks noGrp="1"/>
          </p:cNvSpPr>
          <p:nvPr>
            <p:ph type="sldNum" sz="quarter" idx="4"/>
          </p:nvPr>
        </p:nvSpPr>
        <p:spPr>
          <a:xfrm>
            <a:off x="6082179" y="6343955"/>
            <a:ext cx="357412" cy="365125"/>
          </a:xfrm>
          <a:prstGeom prst="rect">
            <a:avLst/>
          </a:prstGeom>
        </p:spPr>
        <p:txBody>
          <a:bodyPr vert="horz" lIns="91440" tIns="45720" rIns="91440" bIns="45720" rtlCol="0" anchor="ctr"/>
          <a:lstStyle>
            <a:lvl1pPr algn="r">
              <a:defRPr sz="900">
                <a:solidFill>
                  <a:schemeClr val="tx1"/>
                </a:solidFill>
              </a:defRPr>
            </a:lvl1pPr>
          </a:lstStyle>
          <a:p>
            <a:fld id="{AEAA3239-9EA4-4A65-A281-97F994456D9F}" type="slidenum">
              <a:rPr lang="en-US" smtClean="0"/>
              <a:pPr/>
              <a:t>‹#›</a:t>
            </a:fld>
            <a:endParaRPr lang="en-US" sz="900"/>
          </a:p>
        </p:txBody>
      </p:sp>
    </p:spTree>
    <p:extLst>
      <p:ext uri="{BB962C8B-B14F-4D97-AF65-F5344CB8AC3E}">
        <p14:creationId xmlns:p14="http://schemas.microsoft.com/office/powerpoint/2010/main" val="171439377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ntent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78872" y="1388700"/>
            <a:ext cx="3859262" cy="4083580"/>
          </a:xfrm>
        </p:spPr>
        <p:txBody>
          <a:bodyPr anchor="t">
            <a:normAutofit/>
          </a:bodyPr>
          <a:lstStyle>
            <a:lvl1pPr>
              <a:defRPr sz="2800"/>
            </a:lvl1pPr>
          </a:lstStyle>
          <a:p>
            <a:r>
              <a:rPr lang="en-US"/>
              <a:t>Click to edit Master title style</a:t>
            </a:r>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5156010" y="1389134"/>
            <a:ext cx="6357117" cy="408357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DBE56440-14E3-7B9A-D161-08AB10B8DCA7}"/>
              </a:ext>
            </a:extLst>
          </p:cNvPr>
          <p:cNvSpPr>
            <a:spLocks noGrp="1"/>
          </p:cNvSpPr>
          <p:nvPr>
            <p:ph type="ftr" sz="quarter" idx="15"/>
          </p:nvPr>
        </p:nvSpPr>
        <p:spPr/>
        <p:txBody>
          <a:bodyPr/>
          <a:lstStyle/>
          <a:p>
            <a:endParaRPr lang="en-US" dirty="0"/>
          </a:p>
        </p:txBody>
      </p:sp>
      <p:sp>
        <p:nvSpPr>
          <p:cNvPr id="3" name="Date Placeholder 2">
            <a:extLst>
              <a:ext uri="{FF2B5EF4-FFF2-40B4-BE49-F238E27FC236}">
                <a16:creationId xmlns:a16="http://schemas.microsoft.com/office/drawing/2014/main" id="{85E8A7CF-81AE-0AC6-B47B-E2C1EA9D9AC7}"/>
              </a:ext>
            </a:extLst>
          </p:cNvPr>
          <p:cNvSpPr>
            <a:spLocks noGrp="1"/>
          </p:cNvSpPr>
          <p:nvPr>
            <p:ph type="dt" sz="half" idx="14"/>
          </p:nvPr>
        </p:nvSpPr>
        <p:spPr/>
        <p:txBody>
          <a:bodyPr/>
          <a:lstStyle/>
          <a:p>
            <a:endParaRPr lang="en-US" dirty="0"/>
          </a:p>
        </p:txBody>
      </p:sp>
      <p:sp>
        <p:nvSpPr>
          <p:cNvPr id="5" name="Slide Number Placeholder 4">
            <a:extLst>
              <a:ext uri="{FF2B5EF4-FFF2-40B4-BE49-F238E27FC236}">
                <a16:creationId xmlns:a16="http://schemas.microsoft.com/office/drawing/2014/main" id="{C4A578E8-BCF2-BF9D-84B5-AA93D14D0DF5}"/>
              </a:ext>
            </a:extLst>
          </p:cNvPr>
          <p:cNvSpPr>
            <a:spLocks noGrp="1"/>
          </p:cNvSpPr>
          <p:nvPr>
            <p:ph type="sldNum" sz="quarter" idx="16"/>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266753199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nt 6">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85799" y="1050111"/>
            <a:ext cx="3425026" cy="3977107"/>
          </a:xfrm>
        </p:spPr>
        <p:txBody>
          <a:bodyPr anchor="t">
            <a:normAutofit/>
          </a:bodyPr>
          <a:lstStyle>
            <a:lvl1pPr>
              <a:defRPr sz="2800"/>
            </a:lvl1pPr>
          </a:lstStyle>
          <a:p>
            <a:r>
              <a:rPr lang="en-US" dirty="0"/>
              <a:t>Click to edit Master title style</a:t>
            </a:r>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4800600" y="1050111"/>
            <a:ext cx="6705601" cy="4940661"/>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Date Placeholder 3">
            <a:extLst>
              <a:ext uri="{FF2B5EF4-FFF2-40B4-BE49-F238E27FC236}">
                <a16:creationId xmlns:a16="http://schemas.microsoft.com/office/drawing/2014/main" id="{9C54C37D-3064-C3C9-078B-4FC8A705FCD0}"/>
              </a:ext>
            </a:extLst>
          </p:cNvPr>
          <p:cNvSpPr>
            <a:spLocks noGrp="1"/>
          </p:cNvSpPr>
          <p:nvPr>
            <p:ph type="dt" sz="half" idx="2"/>
          </p:nvPr>
        </p:nvSpPr>
        <p:spPr>
          <a:xfrm>
            <a:off x="6181252" y="6343955"/>
            <a:ext cx="2202644" cy="365125"/>
          </a:xfrm>
          <a:prstGeom prst="rect">
            <a:avLst/>
          </a:prstGeom>
        </p:spPr>
        <p:txBody>
          <a:bodyPr vert="horz" lIns="91440" tIns="45720" rIns="91440" bIns="45720" rtlCol="0" anchor="ctr"/>
          <a:lstStyle>
            <a:lvl1pPr algn="ctr">
              <a:defRPr sz="900">
                <a:solidFill>
                  <a:schemeClr val="tx1"/>
                </a:solidFill>
              </a:defRPr>
            </a:lvl1pPr>
          </a:lstStyle>
          <a:p>
            <a:pPr algn="ctr"/>
            <a:endParaRPr lang="en-US"/>
          </a:p>
        </p:txBody>
      </p:sp>
      <p:sp>
        <p:nvSpPr>
          <p:cNvPr id="13" name="Slide Number Placeholder 5">
            <a:extLst>
              <a:ext uri="{FF2B5EF4-FFF2-40B4-BE49-F238E27FC236}">
                <a16:creationId xmlns:a16="http://schemas.microsoft.com/office/drawing/2014/main" id="{C277C0F5-D964-B2D1-0F39-EC17AB0741BA}"/>
              </a:ext>
            </a:extLst>
          </p:cNvPr>
          <p:cNvSpPr>
            <a:spLocks noGrp="1"/>
          </p:cNvSpPr>
          <p:nvPr>
            <p:ph type="sldNum" sz="quarter" idx="4"/>
          </p:nvPr>
        </p:nvSpPr>
        <p:spPr>
          <a:xfrm>
            <a:off x="11147097" y="6343955"/>
            <a:ext cx="357412" cy="365125"/>
          </a:xfrm>
          <a:prstGeom prst="rect">
            <a:avLst/>
          </a:prstGeom>
        </p:spPr>
        <p:txBody>
          <a:bodyPr vert="horz" lIns="91440" tIns="45720" rIns="91440" bIns="45720" rtlCol="0" anchor="ctr"/>
          <a:lstStyle>
            <a:lvl1pPr algn="r">
              <a:defRPr sz="900">
                <a:solidFill>
                  <a:schemeClr val="tx1"/>
                </a:solidFill>
              </a:defRPr>
            </a:lvl1pPr>
          </a:lstStyle>
          <a:p>
            <a:fld id="{AEAA3239-9EA4-4A65-A281-97F994456D9F}" type="slidenum">
              <a:rPr lang="en-US" smtClean="0"/>
              <a:pPr/>
              <a:t>‹#›</a:t>
            </a:fld>
            <a:endParaRPr lang="en-US" sz="900"/>
          </a:p>
        </p:txBody>
      </p:sp>
    </p:spTree>
    <p:extLst>
      <p:ext uri="{BB962C8B-B14F-4D97-AF65-F5344CB8AC3E}">
        <p14:creationId xmlns:p14="http://schemas.microsoft.com/office/powerpoint/2010/main" val="151467721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ntent 7">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85798" y="685799"/>
            <a:ext cx="3276601" cy="5477257"/>
          </a:xfrm>
        </p:spPr>
        <p:txBody>
          <a:bodyPr anchor="t">
            <a:normAutofit/>
          </a:bodyPr>
          <a:lstStyle>
            <a:lvl1pPr>
              <a:defRPr sz="2400"/>
            </a:lvl1pPr>
          </a:lstStyle>
          <a:p>
            <a:r>
              <a:rPr lang="en-US"/>
              <a:t>Click to edit Master title style</a:t>
            </a:r>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648201" y="685800"/>
            <a:ext cx="6858000" cy="54772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F5E77C0F-A50D-ABB1-D91B-F877E2E82975}"/>
              </a:ext>
            </a:extLst>
          </p:cNvPr>
          <p:cNvSpPr>
            <a:spLocks noGrp="1"/>
          </p:cNvSpPr>
          <p:nvPr>
            <p:ph type="ftr" sz="quarter" idx="15"/>
          </p:nvPr>
        </p:nvSpPr>
        <p:spPr/>
        <p:txBody>
          <a:bodyPr/>
          <a:lstStyle/>
          <a:p>
            <a:endParaRPr lang="en-US" dirty="0"/>
          </a:p>
        </p:txBody>
      </p:sp>
      <p:sp>
        <p:nvSpPr>
          <p:cNvPr id="3" name="Date Placeholder 2">
            <a:extLst>
              <a:ext uri="{FF2B5EF4-FFF2-40B4-BE49-F238E27FC236}">
                <a16:creationId xmlns:a16="http://schemas.microsoft.com/office/drawing/2014/main" id="{EBE0A937-543E-BBB8-39DD-1E9A45291F2C}"/>
              </a:ext>
            </a:extLst>
          </p:cNvPr>
          <p:cNvSpPr>
            <a:spLocks noGrp="1"/>
          </p:cNvSpPr>
          <p:nvPr>
            <p:ph type="dt" sz="half" idx="14"/>
          </p:nvPr>
        </p:nvSpPr>
        <p:spPr/>
        <p:txBody>
          <a:bodyPr/>
          <a:lstStyle/>
          <a:p>
            <a:endParaRPr lang="en-US" dirty="0"/>
          </a:p>
        </p:txBody>
      </p:sp>
      <p:sp>
        <p:nvSpPr>
          <p:cNvPr id="5" name="Slide Number Placeholder 4">
            <a:extLst>
              <a:ext uri="{FF2B5EF4-FFF2-40B4-BE49-F238E27FC236}">
                <a16:creationId xmlns:a16="http://schemas.microsoft.com/office/drawing/2014/main" id="{BC8C33EC-C7FC-72B4-C208-8BA6FD4B5856}"/>
              </a:ext>
            </a:extLst>
          </p:cNvPr>
          <p:cNvSpPr>
            <a:spLocks noGrp="1"/>
          </p:cNvSpPr>
          <p:nvPr>
            <p:ph type="sldNum" sz="quarter" idx="16"/>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270769774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Content with Picture ">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888060" y="687494"/>
            <a:ext cx="2618139" cy="2017614"/>
          </a:xfrm>
        </p:spPr>
        <p:txBody>
          <a:bodyPr anchor="b"/>
          <a:lstStyle>
            <a:lvl1pPr>
              <a:defRPr sz="2400"/>
            </a:lvl1pPr>
          </a:lstStyle>
          <a:p>
            <a:r>
              <a:rPr lang="en-US"/>
              <a:t>Click to edit Master title style</a:t>
            </a:r>
          </a:p>
        </p:txBody>
      </p:sp>
      <p:sp>
        <p:nvSpPr>
          <p:cNvPr id="10" name="Picture Placeholder 9">
            <a:extLst>
              <a:ext uri="{FF2B5EF4-FFF2-40B4-BE49-F238E27FC236}">
                <a16:creationId xmlns:a16="http://schemas.microsoft.com/office/drawing/2014/main" id="{3CA946DA-5AE8-39E2-3ADD-B8F06308C1C6}"/>
              </a:ext>
            </a:extLst>
          </p:cNvPr>
          <p:cNvSpPr>
            <a:spLocks noGrp="1"/>
          </p:cNvSpPr>
          <p:nvPr>
            <p:ph type="pic" sz="quarter" idx="13" hasCustomPrompt="1"/>
          </p:nvPr>
        </p:nvSpPr>
        <p:spPr>
          <a:xfrm>
            <a:off x="677171" y="687492"/>
            <a:ext cx="7500648" cy="5483013"/>
          </a:xfrm>
          <a:custGeom>
            <a:avLst/>
            <a:gdLst>
              <a:gd name="connsiteX0" fmla="*/ 0 w 8326323"/>
              <a:gd name="connsiteY0" fmla="*/ 0 h 6858000"/>
              <a:gd name="connsiteX1" fmla="*/ 8326323 w 8326323"/>
              <a:gd name="connsiteY1" fmla="*/ 0 h 6858000"/>
              <a:gd name="connsiteX2" fmla="*/ 8326323 w 8326323"/>
              <a:gd name="connsiteY2" fmla="*/ 6858000 h 6858000"/>
              <a:gd name="connsiteX3" fmla="*/ 0 w 8326323"/>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6323" h="6858000">
                <a:moveTo>
                  <a:pt x="0" y="0"/>
                </a:moveTo>
                <a:lnTo>
                  <a:pt x="8326323" y="0"/>
                </a:lnTo>
                <a:lnTo>
                  <a:pt x="8326323" y="6858000"/>
                </a:lnTo>
                <a:lnTo>
                  <a:pt x="0" y="6858000"/>
                </a:lnTo>
                <a:close/>
              </a:path>
            </a:pathLst>
          </a:custGeom>
          <a:blipFill>
            <a:blip r:embed="rId2">
              <a:alphaModFix amt="60000"/>
              <a:extLst>
                <a:ext uri="{28A0092B-C50C-407E-A947-70E740481C1C}">
                  <a14:useLocalDpi xmlns:a14="http://schemas.microsoft.com/office/drawing/2010/main" val="0"/>
                </a:ext>
              </a:extLst>
            </a:blip>
            <a:srcRect/>
            <a:stretch>
              <a:fillRect l="-15011" r="-15011"/>
            </a:stretch>
          </a:blipFill>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889055" y="2983064"/>
            <a:ext cx="2625774" cy="3187441"/>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FF4A72B8-D6F1-AF2B-DF03-17FD2A737E2E}"/>
              </a:ext>
            </a:extLst>
          </p:cNvPr>
          <p:cNvSpPr>
            <a:spLocks noGrp="1"/>
          </p:cNvSpPr>
          <p:nvPr>
            <p:ph type="ftr" sz="quarter" idx="16"/>
          </p:nvPr>
        </p:nvSpPr>
        <p:spPr/>
        <p:txBody>
          <a:bodyPr/>
          <a:lstStyle/>
          <a:p>
            <a:endParaRPr lang="en-US" dirty="0"/>
          </a:p>
        </p:txBody>
      </p:sp>
      <p:sp>
        <p:nvSpPr>
          <p:cNvPr id="3" name="Date Placeholder 2">
            <a:extLst>
              <a:ext uri="{FF2B5EF4-FFF2-40B4-BE49-F238E27FC236}">
                <a16:creationId xmlns:a16="http://schemas.microsoft.com/office/drawing/2014/main" id="{C6CDF5D5-DF03-873F-A2DA-E5C0EF793F83}"/>
              </a:ext>
            </a:extLst>
          </p:cNvPr>
          <p:cNvSpPr>
            <a:spLocks noGrp="1"/>
          </p:cNvSpPr>
          <p:nvPr>
            <p:ph type="dt" sz="half" idx="15"/>
          </p:nvPr>
        </p:nvSpPr>
        <p:spPr/>
        <p:txBody>
          <a:bodyPr/>
          <a:lstStyle/>
          <a:p>
            <a:endParaRPr lang="en-US" dirty="0"/>
          </a:p>
        </p:txBody>
      </p:sp>
      <p:sp>
        <p:nvSpPr>
          <p:cNvPr id="5" name="Slide Number Placeholder 4">
            <a:extLst>
              <a:ext uri="{FF2B5EF4-FFF2-40B4-BE49-F238E27FC236}">
                <a16:creationId xmlns:a16="http://schemas.microsoft.com/office/drawing/2014/main" id="{1C10C7DB-FD9D-21A6-66CB-087260FBAF71}"/>
              </a:ext>
            </a:extLst>
          </p:cNvPr>
          <p:cNvSpPr>
            <a:spLocks noGrp="1"/>
          </p:cNvSpPr>
          <p:nvPr>
            <p:ph type="sldNum" sz="quarter" idx="17"/>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3224945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Content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78872" y="5012268"/>
            <a:ext cx="3953296" cy="1127275"/>
          </a:xfrm>
        </p:spPr>
        <p:txBody>
          <a:bodyPr anchor="t">
            <a:noAutofit/>
          </a:bodyPr>
          <a:lstStyle>
            <a:lvl1pPr>
              <a:defRPr sz="2400"/>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678871" y="685800"/>
            <a:ext cx="10827330" cy="3940196"/>
          </a:xfrm>
          <a:blipFill>
            <a:blip r:embed="rId2">
              <a:alphaModFix amt="60000"/>
              <a:extLst>
                <a:ext uri="{28A0092B-C50C-407E-A947-70E740481C1C}">
                  <a14:useLocalDpi xmlns:a14="http://schemas.microsoft.com/office/drawing/2010/main" val="0"/>
                </a:ext>
              </a:extLst>
            </a:blip>
            <a:srcRect/>
            <a:stretch>
              <a:fillRect t="-44691" b="-9803"/>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5156009" y="5012267"/>
            <a:ext cx="6350191" cy="1150790"/>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5ADB2910-904E-268B-43B3-CAE9F2E4A0F3}"/>
              </a:ext>
            </a:extLst>
          </p:cNvPr>
          <p:cNvSpPr>
            <a:spLocks noGrp="1"/>
          </p:cNvSpPr>
          <p:nvPr>
            <p:ph type="ftr" sz="quarter" idx="16"/>
          </p:nvPr>
        </p:nvSpPr>
        <p:spPr/>
        <p:txBody>
          <a:bodyPr/>
          <a:lstStyle/>
          <a:p>
            <a:endParaRPr lang="en-US" dirty="0"/>
          </a:p>
        </p:txBody>
      </p:sp>
      <p:sp>
        <p:nvSpPr>
          <p:cNvPr id="3" name="Date Placeholder 2">
            <a:extLst>
              <a:ext uri="{FF2B5EF4-FFF2-40B4-BE49-F238E27FC236}">
                <a16:creationId xmlns:a16="http://schemas.microsoft.com/office/drawing/2014/main" id="{323FEBCC-AB7F-E034-5C1D-1AFF70FC7809}"/>
              </a:ext>
            </a:extLst>
          </p:cNvPr>
          <p:cNvSpPr>
            <a:spLocks noGrp="1"/>
          </p:cNvSpPr>
          <p:nvPr>
            <p:ph type="dt" sz="half" idx="15"/>
          </p:nvPr>
        </p:nvSpPr>
        <p:spPr/>
        <p:txBody>
          <a:bodyPr/>
          <a:lstStyle/>
          <a:p>
            <a:endParaRPr lang="en-US" dirty="0"/>
          </a:p>
        </p:txBody>
      </p:sp>
      <p:sp>
        <p:nvSpPr>
          <p:cNvPr id="5" name="Slide Number Placeholder 4">
            <a:extLst>
              <a:ext uri="{FF2B5EF4-FFF2-40B4-BE49-F238E27FC236}">
                <a16:creationId xmlns:a16="http://schemas.microsoft.com/office/drawing/2014/main" id="{8E1EE381-D50D-08D2-2D1B-9E61241A22BD}"/>
              </a:ext>
            </a:extLst>
          </p:cNvPr>
          <p:cNvSpPr>
            <a:spLocks noGrp="1"/>
          </p:cNvSpPr>
          <p:nvPr>
            <p:ph type="sldNum" sz="quarter" idx="17"/>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27394362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Content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78872" y="685800"/>
            <a:ext cx="3953296" cy="1127275"/>
          </a:xfrm>
        </p:spPr>
        <p:txBody>
          <a:bodyPr anchor="t">
            <a:noAutofit/>
          </a:bodyPr>
          <a:lstStyle>
            <a:lvl1pPr>
              <a:defRPr sz="2400"/>
            </a:lvl1pPr>
          </a:lstStyle>
          <a:p>
            <a:r>
              <a:rPr lang="en-US"/>
              <a:t>Click to edit Master title style</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5156009" y="685800"/>
            <a:ext cx="6350191" cy="1150790"/>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678871" y="2212152"/>
            <a:ext cx="10827330" cy="3940196"/>
          </a:xfrm>
          <a:blipFill>
            <a:blip r:embed="rId2">
              <a:alphaModFix amt="60000"/>
              <a:extLst>
                <a:ext uri="{28A0092B-C50C-407E-A947-70E740481C1C}">
                  <a14:useLocalDpi xmlns:a14="http://schemas.microsoft.com/office/drawing/2010/main" val="0"/>
                </a:ext>
              </a:extLst>
            </a:blip>
            <a:srcRect/>
            <a:stretch>
              <a:fillRect t="-46364" b="-8130"/>
            </a:stretch>
          </a:blipFill>
        </p:spPr>
        <p:txBody>
          <a:bodyPr/>
          <a:lstStyle>
            <a:lvl1pPr marL="0" indent="0">
              <a:buNone/>
              <a:defRPr/>
            </a:lvl1pPr>
          </a:lstStyle>
          <a:p>
            <a:r>
              <a:rPr lang="en-US" dirty="0"/>
              <a:t>   </a:t>
            </a:r>
          </a:p>
        </p:txBody>
      </p:sp>
      <p:sp>
        <p:nvSpPr>
          <p:cNvPr id="4" name="Footer Placeholder 3">
            <a:extLst>
              <a:ext uri="{FF2B5EF4-FFF2-40B4-BE49-F238E27FC236}">
                <a16:creationId xmlns:a16="http://schemas.microsoft.com/office/drawing/2014/main" id="{BC151189-9025-E7C1-B611-A7A2BD03B499}"/>
              </a:ext>
            </a:extLst>
          </p:cNvPr>
          <p:cNvSpPr>
            <a:spLocks noGrp="1"/>
          </p:cNvSpPr>
          <p:nvPr>
            <p:ph type="ftr" sz="quarter" idx="16"/>
          </p:nvPr>
        </p:nvSpPr>
        <p:spPr/>
        <p:txBody>
          <a:bodyPr/>
          <a:lstStyle/>
          <a:p>
            <a:endParaRPr lang="en-US" dirty="0"/>
          </a:p>
        </p:txBody>
      </p:sp>
      <p:sp>
        <p:nvSpPr>
          <p:cNvPr id="3" name="Date Placeholder 2">
            <a:extLst>
              <a:ext uri="{FF2B5EF4-FFF2-40B4-BE49-F238E27FC236}">
                <a16:creationId xmlns:a16="http://schemas.microsoft.com/office/drawing/2014/main" id="{46DEA616-DF83-AFFF-BC05-5AF6783B3589}"/>
              </a:ext>
            </a:extLst>
          </p:cNvPr>
          <p:cNvSpPr>
            <a:spLocks noGrp="1"/>
          </p:cNvSpPr>
          <p:nvPr>
            <p:ph type="dt" sz="half" idx="15"/>
          </p:nvPr>
        </p:nvSpPr>
        <p:spPr/>
        <p:txBody>
          <a:bodyPr/>
          <a:lstStyle/>
          <a:p>
            <a:endParaRPr lang="en-US" dirty="0"/>
          </a:p>
        </p:txBody>
      </p:sp>
      <p:sp>
        <p:nvSpPr>
          <p:cNvPr id="5" name="Slide Number Placeholder 4">
            <a:extLst>
              <a:ext uri="{FF2B5EF4-FFF2-40B4-BE49-F238E27FC236}">
                <a16:creationId xmlns:a16="http://schemas.microsoft.com/office/drawing/2014/main" id="{1BCBF149-C859-79EF-0D12-15B124182A20}"/>
              </a:ext>
            </a:extLst>
          </p:cNvPr>
          <p:cNvSpPr>
            <a:spLocks noGrp="1"/>
          </p:cNvSpPr>
          <p:nvPr>
            <p:ph type="sldNum" sz="quarter" idx="17"/>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257886447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5841999" y="687492"/>
            <a:ext cx="5662508" cy="2017614"/>
          </a:xfrm>
        </p:spPr>
        <p:txBody>
          <a:bodyPr anchor="b">
            <a:normAutofit/>
          </a:bodyPr>
          <a:lstStyle>
            <a:lvl1pPr>
              <a:defRPr sz="2800"/>
            </a:lvl1pPr>
          </a:lstStyle>
          <a:p>
            <a:r>
              <a:rPr lang="en-US"/>
              <a:t>Click to edit Master title style</a:t>
            </a:r>
          </a:p>
        </p:txBody>
      </p:sp>
      <p:sp>
        <p:nvSpPr>
          <p:cNvPr id="10" name="Picture Placeholder 9">
            <a:extLst>
              <a:ext uri="{FF2B5EF4-FFF2-40B4-BE49-F238E27FC236}">
                <a16:creationId xmlns:a16="http://schemas.microsoft.com/office/drawing/2014/main" id="{DD26684C-23E4-F6A1-5A03-70AE7BEA72CA}"/>
              </a:ext>
            </a:extLst>
          </p:cNvPr>
          <p:cNvSpPr>
            <a:spLocks noGrp="1"/>
          </p:cNvSpPr>
          <p:nvPr>
            <p:ph type="pic" sz="quarter" idx="14" hasCustomPrompt="1"/>
          </p:nvPr>
        </p:nvSpPr>
        <p:spPr>
          <a:xfrm>
            <a:off x="687494" y="687492"/>
            <a:ext cx="4516298" cy="5483016"/>
          </a:xfrm>
          <a:custGeom>
            <a:avLst/>
            <a:gdLst>
              <a:gd name="connsiteX0" fmla="*/ 0 w 4565591"/>
              <a:gd name="connsiteY0" fmla="*/ 0 h 6858000"/>
              <a:gd name="connsiteX1" fmla="*/ 4565591 w 4565591"/>
              <a:gd name="connsiteY1" fmla="*/ 0 h 6858000"/>
              <a:gd name="connsiteX2" fmla="*/ 4565591 w 4565591"/>
              <a:gd name="connsiteY2" fmla="*/ 6858000 h 6858000"/>
              <a:gd name="connsiteX3" fmla="*/ 0 w 456559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565591" h="6858000">
                <a:moveTo>
                  <a:pt x="0" y="0"/>
                </a:moveTo>
                <a:lnTo>
                  <a:pt x="4565591" y="0"/>
                </a:lnTo>
                <a:lnTo>
                  <a:pt x="4565591" y="6858000"/>
                </a:lnTo>
                <a:lnTo>
                  <a:pt x="0" y="6858000"/>
                </a:lnTo>
                <a:close/>
              </a:path>
            </a:pathLst>
          </a:custGeom>
          <a:blipFill>
            <a:blip r:embed="rId2">
              <a:alphaModFix amt="60000"/>
              <a:extLst>
                <a:ext uri="{28A0092B-C50C-407E-A947-70E740481C1C}">
                  <a14:useLocalDpi xmlns:a14="http://schemas.microsoft.com/office/drawing/2010/main" val="0"/>
                </a:ext>
              </a:extLst>
            </a:blip>
            <a:srcRect/>
            <a:stretch>
              <a:fillRect l="-57969" r="-57969"/>
            </a:stretch>
          </a:blipFill>
        </p:spPr>
        <p:txBody>
          <a:bodyPr wrap="square">
            <a:noAutofit/>
          </a:bodyPr>
          <a:lstStyle>
            <a:lvl1pPr marL="0" indent="0">
              <a:buNone/>
              <a:defRPr/>
            </a:lvl1pPr>
          </a:lstStyle>
          <a:p>
            <a:r>
              <a:rPr lang="en-US" dirty="0"/>
              <a:t>   </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5841999" y="2997200"/>
            <a:ext cx="5662508" cy="3165856"/>
          </a:xfrm>
        </p:spPr>
        <p:txBody>
          <a:bodyPr>
            <a:normAutofit/>
          </a:bodyPr>
          <a:lstStyle>
            <a:lvl1pPr marL="457200" indent="-457200">
              <a:buFont typeface="+mj-lt"/>
              <a:buNone/>
              <a:defRPr sz="1400"/>
            </a:lvl1pPr>
            <a:lvl2pPr marL="571500" indent="-342900">
              <a:buFont typeface="+mj-lt"/>
              <a:buNone/>
              <a:defRPr sz="1200"/>
            </a:lvl2pPr>
            <a:lvl3pPr marL="800100" indent="-342900">
              <a:buFont typeface="+mj-lt"/>
              <a:buNone/>
              <a:defRPr sz="1100"/>
            </a:lvl3pPr>
            <a:lvl4pPr marL="1028700" indent="-342900">
              <a:buFont typeface="+mj-lt"/>
              <a:buNone/>
              <a:defRPr sz="1050"/>
            </a:lvl4pPr>
            <a:lvl5pPr>
              <a:buFont typeface="+mj-lt"/>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A8CB16A7-2B91-9487-82EB-D7D51219847E}"/>
              </a:ext>
            </a:extLst>
          </p:cNvPr>
          <p:cNvSpPr>
            <a:spLocks noGrp="1"/>
          </p:cNvSpPr>
          <p:nvPr>
            <p:ph type="ftr" sz="quarter" idx="16"/>
          </p:nvPr>
        </p:nvSpPr>
        <p:spPr/>
        <p:txBody>
          <a:bodyPr/>
          <a:lstStyle/>
          <a:p>
            <a:endParaRPr lang="en-US" dirty="0"/>
          </a:p>
        </p:txBody>
      </p:sp>
      <p:sp>
        <p:nvSpPr>
          <p:cNvPr id="3" name="Date Placeholder 2">
            <a:extLst>
              <a:ext uri="{FF2B5EF4-FFF2-40B4-BE49-F238E27FC236}">
                <a16:creationId xmlns:a16="http://schemas.microsoft.com/office/drawing/2014/main" id="{48D7B84B-FBFC-D589-881E-D4EA9886A3F0}"/>
              </a:ext>
            </a:extLst>
          </p:cNvPr>
          <p:cNvSpPr>
            <a:spLocks noGrp="1"/>
          </p:cNvSpPr>
          <p:nvPr>
            <p:ph type="dt" sz="half" idx="15"/>
          </p:nvPr>
        </p:nvSpPr>
        <p:spPr/>
        <p:txBody>
          <a:bodyPr/>
          <a:lstStyle/>
          <a:p>
            <a:endParaRPr lang="en-US" dirty="0"/>
          </a:p>
        </p:txBody>
      </p:sp>
      <p:sp>
        <p:nvSpPr>
          <p:cNvPr id="5" name="Slide Number Placeholder 4">
            <a:extLst>
              <a:ext uri="{FF2B5EF4-FFF2-40B4-BE49-F238E27FC236}">
                <a16:creationId xmlns:a16="http://schemas.microsoft.com/office/drawing/2014/main" id="{80F3CF0F-496C-B902-B8FD-2D816F5CB7AC}"/>
              </a:ext>
            </a:extLst>
          </p:cNvPr>
          <p:cNvSpPr>
            <a:spLocks noGrp="1"/>
          </p:cNvSpPr>
          <p:nvPr>
            <p:ph type="sldNum" sz="quarter" idx="17"/>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24236314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Content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687494" y="687492"/>
            <a:ext cx="6308414" cy="2017614"/>
          </a:xfrm>
        </p:spPr>
        <p:txBody>
          <a:bodyPr anchor="b">
            <a:normAutofit/>
          </a:bodyPr>
          <a:lstStyle>
            <a:lvl1pPr>
              <a:defRPr sz="2800"/>
            </a:lvl1pPr>
          </a:lstStyle>
          <a:p>
            <a:r>
              <a:rPr lang="en-US"/>
              <a:t>Click to edit Master title style</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87494" y="2997200"/>
            <a:ext cx="6308414" cy="3165856"/>
          </a:xfrm>
        </p:spPr>
        <p:txBody>
          <a:bodyPr>
            <a:normAutofit/>
          </a:bodyPr>
          <a:lstStyle>
            <a:lvl1pPr marL="457200" indent="-457200">
              <a:buFont typeface="+mj-lt"/>
              <a:buNone/>
              <a:defRPr sz="1400"/>
            </a:lvl1pPr>
            <a:lvl2pPr marL="571500" indent="-342900">
              <a:buFont typeface="+mj-lt"/>
              <a:buNone/>
              <a:defRPr sz="1200"/>
            </a:lvl2pPr>
            <a:lvl3pPr marL="800100" indent="-342900">
              <a:buFont typeface="+mj-lt"/>
              <a:buNone/>
              <a:defRPr sz="1100"/>
            </a:lvl3pPr>
            <a:lvl4pPr marL="1028700" indent="-342900">
              <a:buFont typeface="+mj-lt"/>
              <a:buNone/>
              <a:defRPr sz="1050"/>
            </a:lvl4pPr>
            <a:lvl5pPr>
              <a:buFont typeface="+mj-lt"/>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9">
            <a:extLst>
              <a:ext uri="{FF2B5EF4-FFF2-40B4-BE49-F238E27FC236}">
                <a16:creationId xmlns:a16="http://schemas.microsoft.com/office/drawing/2014/main" id="{DD26684C-23E4-F6A1-5A03-70AE7BEA72CA}"/>
              </a:ext>
            </a:extLst>
          </p:cNvPr>
          <p:cNvSpPr>
            <a:spLocks noGrp="1"/>
          </p:cNvSpPr>
          <p:nvPr>
            <p:ph type="pic" sz="quarter" idx="14" hasCustomPrompt="1"/>
          </p:nvPr>
        </p:nvSpPr>
        <p:spPr>
          <a:xfrm>
            <a:off x="7626407" y="687492"/>
            <a:ext cx="3878100" cy="5483016"/>
          </a:xfrm>
          <a:custGeom>
            <a:avLst/>
            <a:gdLst>
              <a:gd name="connsiteX0" fmla="*/ 0 w 4565591"/>
              <a:gd name="connsiteY0" fmla="*/ 0 h 6858000"/>
              <a:gd name="connsiteX1" fmla="*/ 4565591 w 4565591"/>
              <a:gd name="connsiteY1" fmla="*/ 0 h 6858000"/>
              <a:gd name="connsiteX2" fmla="*/ 4565591 w 4565591"/>
              <a:gd name="connsiteY2" fmla="*/ 6858000 h 6858000"/>
              <a:gd name="connsiteX3" fmla="*/ 0 w 456559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565591" h="6858000">
                <a:moveTo>
                  <a:pt x="0" y="0"/>
                </a:moveTo>
                <a:lnTo>
                  <a:pt x="4565591" y="0"/>
                </a:lnTo>
                <a:lnTo>
                  <a:pt x="4565591" y="6858000"/>
                </a:lnTo>
                <a:lnTo>
                  <a:pt x="0" y="6858000"/>
                </a:lnTo>
                <a:close/>
              </a:path>
            </a:pathLst>
          </a:custGeom>
          <a:blipFill>
            <a:blip r:embed="rId2">
              <a:alphaModFix amt="60000"/>
              <a:extLst>
                <a:ext uri="{28A0092B-C50C-407E-A947-70E740481C1C}">
                  <a14:useLocalDpi xmlns:a14="http://schemas.microsoft.com/office/drawing/2010/main" val="0"/>
                </a:ext>
              </a:extLst>
            </a:blip>
            <a:srcRect/>
            <a:stretch>
              <a:fillRect l="-75737" r="-75737"/>
            </a:stretch>
          </a:blipFill>
        </p:spPr>
        <p:txBody>
          <a:bodyPr wrap="square">
            <a:noAutofit/>
          </a:bodyPr>
          <a:lstStyle>
            <a:lvl1pPr marL="0" indent="0">
              <a:buNone/>
              <a:defRPr/>
            </a:lvl1pPr>
          </a:lstStyle>
          <a:p>
            <a:r>
              <a:rPr lang="en-US" dirty="0"/>
              <a:t>   </a:t>
            </a:r>
          </a:p>
        </p:txBody>
      </p:sp>
      <p:sp>
        <p:nvSpPr>
          <p:cNvPr id="4" name="Footer Placeholder 3">
            <a:extLst>
              <a:ext uri="{FF2B5EF4-FFF2-40B4-BE49-F238E27FC236}">
                <a16:creationId xmlns:a16="http://schemas.microsoft.com/office/drawing/2014/main" id="{0FFD054A-88D2-8AC5-BB55-C59F527695C7}"/>
              </a:ext>
            </a:extLst>
          </p:cNvPr>
          <p:cNvSpPr>
            <a:spLocks noGrp="1"/>
          </p:cNvSpPr>
          <p:nvPr>
            <p:ph type="ftr" sz="quarter" idx="16"/>
          </p:nvPr>
        </p:nvSpPr>
        <p:spPr/>
        <p:txBody>
          <a:bodyPr/>
          <a:lstStyle/>
          <a:p>
            <a:endParaRPr lang="en-US" dirty="0"/>
          </a:p>
        </p:txBody>
      </p:sp>
      <p:sp>
        <p:nvSpPr>
          <p:cNvPr id="3" name="Date Placeholder 2">
            <a:extLst>
              <a:ext uri="{FF2B5EF4-FFF2-40B4-BE49-F238E27FC236}">
                <a16:creationId xmlns:a16="http://schemas.microsoft.com/office/drawing/2014/main" id="{F085A21E-8763-2E88-7470-09E43DCB7750}"/>
              </a:ext>
            </a:extLst>
          </p:cNvPr>
          <p:cNvSpPr>
            <a:spLocks noGrp="1"/>
          </p:cNvSpPr>
          <p:nvPr>
            <p:ph type="dt" sz="half" idx="15"/>
          </p:nvPr>
        </p:nvSpPr>
        <p:spPr/>
        <p:txBody>
          <a:bodyPr/>
          <a:lstStyle/>
          <a:p>
            <a:endParaRPr lang="en-US" dirty="0"/>
          </a:p>
        </p:txBody>
      </p:sp>
      <p:sp>
        <p:nvSpPr>
          <p:cNvPr id="5" name="Slide Number Placeholder 4">
            <a:extLst>
              <a:ext uri="{FF2B5EF4-FFF2-40B4-BE49-F238E27FC236}">
                <a16:creationId xmlns:a16="http://schemas.microsoft.com/office/drawing/2014/main" id="{8A399C91-F0A3-3A11-A3D6-7F34DD79D698}"/>
              </a:ext>
            </a:extLst>
          </p:cNvPr>
          <p:cNvSpPr>
            <a:spLocks noGrp="1"/>
          </p:cNvSpPr>
          <p:nvPr>
            <p:ph type="sldNum" sz="quarter" idx="17"/>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112328638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Content with Picture 6">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A97EDD7B-DE6D-17E5-4381-530004EB8A74}"/>
              </a:ext>
            </a:extLst>
          </p:cNvPr>
          <p:cNvSpPr>
            <a:spLocks noGrp="1"/>
          </p:cNvSpPr>
          <p:nvPr>
            <p:ph type="title"/>
          </p:nvPr>
        </p:nvSpPr>
        <p:spPr>
          <a:xfrm>
            <a:off x="5841522" y="687494"/>
            <a:ext cx="5662983" cy="1049291"/>
          </a:xfrm>
        </p:spPr>
        <p:txBody>
          <a:bodyPr anchor="t"/>
          <a:lstStyle/>
          <a:p>
            <a:r>
              <a:rPr lang="en-US"/>
              <a:t>Click to edit Master title style</a:t>
            </a:r>
          </a:p>
        </p:txBody>
      </p:sp>
      <p:sp>
        <p:nvSpPr>
          <p:cNvPr id="12" name="Picture Placeholder 9">
            <a:extLst>
              <a:ext uri="{FF2B5EF4-FFF2-40B4-BE49-F238E27FC236}">
                <a16:creationId xmlns:a16="http://schemas.microsoft.com/office/drawing/2014/main" id="{4EF6A8B1-A24E-F193-B77A-9876D6702F27}"/>
              </a:ext>
            </a:extLst>
          </p:cNvPr>
          <p:cNvSpPr>
            <a:spLocks noGrp="1"/>
          </p:cNvSpPr>
          <p:nvPr>
            <p:ph type="pic" sz="quarter" idx="14" hasCustomPrompt="1"/>
          </p:nvPr>
        </p:nvSpPr>
        <p:spPr>
          <a:xfrm>
            <a:off x="678871" y="687492"/>
            <a:ext cx="4452410" cy="5483013"/>
          </a:xfrm>
          <a:custGeom>
            <a:avLst/>
            <a:gdLst>
              <a:gd name="connsiteX0" fmla="*/ 0 w 8326323"/>
              <a:gd name="connsiteY0" fmla="*/ 0 h 6858000"/>
              <a:gd name="connsiteX1" fmla="*/ 8326323 w 8326323"/>
              <a:gd name="connsiteY1" fmla="*/ 0 h 6858000"/>
              <a:gd name="connsiteX2" fmla="*/ 8326323 w 8326323"/>
              <a:gd name="connsiteY2" fmla="*/ 6858000 h 6858000"/>
              <a:gd name="connsiteX3" fmla="*/ 0 w 8326323"/>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6323" h="6858000">
                <a:moveTo>
                  <a:pt x="0" y="0"/>
                </a:moveTo>
                <a:lnTo>
                  <a:pt x="8326323" y="0"/>
                </a:lnTo>
                <a:lnTo>
                  <a:pt x="8326323" y="6858000"/>
                </a:lnTo>
                <a:lnTo>
                  <a:pt x="0" y="6858000"/>
                </a:lnTo>
                <a:close/>
              </a:path>
            </a:pathLst>
          </a:custGeom>
          <a:blipFill>
            <a:blip r:embed="rId2">
              <a:alphaModFix amt="60000"/>
              <a:extLst>
                <a:ext uri="{28A0092B-C50C-407E-A947-70E740481C1C}">
                  <a14:useLocalDpi xmlns:a14="http://schemas.microsoft.com/office/drawing/2010/main" val="0"/>
                </a:ext>
              </a:extLst>
            </a:blip>
            <a:srcRect/>
            <a:stretch>
              <a:fillRect l="-59518" r="-59518"/>
            </a:stretch>
          </a:blipFill>
        </p:spPr>
        <p:txBody>
          <a:bodyPr wrap="square">
            <a:noAutofit/>
          </a:bodyPr>
          <a:lstStyle>
            <a:lvl1pPr marL="0" indent="0">
              <a:buNone/>
              <a:defRPr/>
            </a:lvl1pPr>
          </a:lstStyle>
          <a:p>
            <a:r>
              <a:rPr lang="en-US" dirty="0"/>
              <a:t>   </a:t>
            </a:r>
          </a:p>
        </p:txBody>
      </p:sp>
      <p:sp>
        <p:nvSpPr>
          <p:cNvPr id="13" name="Content Placeholder 7">
            <a:extLst>
              <a:ext uri="{FF2B5EF4-FFF2-40B4-BE49-F238E27FC236}">
                <a16:creationId xmlns:a16="http://schemas.microsoft.com/office/drawing/2014/main" id="{8676FB4F-B64E-DCC7-1309-42D58F28DBF3}"/>
              </a:ext>
            </a:extLst>
          </p:cNvPr>
          <p:cNvSpPr>
            <a:spLocks noGrp="1"/>
          </p:cNvSpPr>
          <p:nvPr>
            <p:ph sz="quarter" idx="15"/>
          </p:nvPr>
        </p:nvSpPr>
        <p:spPr>
          <a:xfrm>
            <a:off x="5841522" y="2053560"/>
            <a:ext cx="5671607" cy="4116945"/>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94DF20DA-AED3-283F-9A9E-1F1BCED1D049}"/>
              </a:ext>
            </a:extLst>
          </p:cNvPr>
          <p:cNvSpPr>
            <a:spLocks noGrp="1"/>
          </p:cNvSpPr>
          <p:nvPr>
            <p:ph type="ftr" sz="quarter" idx="17"/>
          </p:nvPr>
        </p:nvSpPr>
        <p:spPr/>
        <p:txBody>
          <a:bodyPr/>
          <a:lstStyle/>
          <a:p>
            <a:endParaRPr lang="en-US" dirty="0"/>
          </a:p>
        </p:txBody>
      </p:sp>
      <p:sp>
        <p:nvSpPr>
          <p:cNvPr id="2" name="Date Placeholder 1">
            <a:extLst>
              <a:ext uri="{FF2B5EF4-FFF2-40B4-BE49-F238E27FC236}">
                <a16:creationId xmlns:a16="http://schemas.microsoft.com/office/drawing/2014/main" id="{CD6F5FD8-373C-BC99-B74A-71C2F138E475}"/>
              </a:ext>
            </a:extLst>
          </p:cNvPr>
          <p:cNvSpPr>
            <a:spLocks noGrp="1"/>
          </p:cNvSpPr>
          <p:nvPr>
            <p:ph type="dt" sz="half" idx="16"/>
          </p:nvPr>
        </p:nvSpPr>
        <p:spPr/>
        <p:txBody>
          <a:bodyPr/>
          <a:lstStyle/>
          <a:p>
            <a:endParaRPr lang="en-US" dirty="0"/>
          </a:p>
        </p:txBody>
      </p:sp>
      <p:sp>
        <p:nvSpPr>
          <p:cNvPr id="5" name="Slide Number Placeholder 4">
            <a:extLst>
              <a:ext uri="{FF2B5EF4-FFF2-40B4-BE49-F238E27FC236}">
                <a16:creationId xmlns:a16="http://schemas.microsoft.com/office/drawing/2014/main" id="{FCDC579E-F3C4-55B0-6D77-9FEBF71C56B9}"/>
              </a:ext>
            </a:extLst>
          </p:cNvPr>
          <p:cNvSpPr>
            <a:spLocks noGrp="1"/>
          </p:cNvSpPr>
          <p:nvPr>
            <p:ph type="sldNum" sz="quarter" idx="18"/>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273931629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Content with Picture 7">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A97EDD7B-DE6D-17E5-4381-530004EB8A74}"/>
              </a:ext>
            </a:extLst>
          </p:cNvPr>
          <p:cNvSpPr>
            <a:spLocks noGrp="1"/>
          </p:cNvSpPr>
          <p:nvPr>
            <p:ph type="title"/>
          </p:nvPr>
        </p:nvSpPr>
        <p:spPr>
          <a:xfrm>
            <a:off x="679869" y="687494"/>
            <a:ext cx="6318225" cy="1049291"/>
          </a:xfrm>
        </p:spPr>
        <p:txBody>
          <a:bodyPr anchor="t"/>
          <a:lstStyle/>
          <a:p>
            <a:r>
              <a:rPr lang="en-US"/>
              <a:t>Click to edit Master title style</a:t>
            </a:r>
          </a:p>
        </p:txBody>
      </p:sp>
      <p:sp>
        <p:nvSpPr>
          <p:cNvPr id="13" name="Content Placeholder 7">
            <a:extLst>
              <a:ext uri="{FF2B5EF4-FFF2-40B4-BE49-F238E27FC236}">
                <a16:creationId xmlns:a16="http://schemas.microsoft.com/office/drawing/2014/main" id="{8676FB4F-B64E-DCC7-1309-42D58F28DBF3}"/>
              </a:ext>
            </a:extLst>
          </p:cNvPr>
          <p:cNvSpPr>
            <a:spLocks noGrp="1"/>
          </p:cNvSpPr>
          <p:nvPr>
            <p:ph sz="quarter" idx="15"/>
          </p:nvPr>
        </p:nvSpPr>
        <p:spPr>
          <a:xfrm>
            <a:off x="678871" y="2053560"/>
            <a:ext cx="6327847" cy="4116945"/>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Picture Placeholder 9">
            <a:extLst>
              <a:ext uri="{FF2B5EF4-FFF2-40B4-BE49-F238E27FC236}">
                <a16:creationId xmlns:a16="http://schemas.microsoft.com/office/drawing/2014/main" id="{4EF6A8B1-A24E-F193-B77A-9876D6702F27}"/>
              </a:ext>
            </a:extLst>
          </p:cNvPr>
          <p:cNvSpPr>
            <a:spLocks noGrp="1"/>
          </p:cNvSpPr>
          <p:nvPr>
            <p:ph type="pic" sz="quarter" idx="14" hasCustomPrompt="1"/>
          </p:nvPr>
        </p:nvSpPr>
        <p:spPr>
          <a:xfrm>
            <a:off x="7707542" y="687492"/>
            <a:ext cx="3805587" cy="5483013"/>
          </a:xfrm>
          <a:custGeom>
            <a:avLst/>
            <a:gdLst>
              <a:gd name="connsiteX0" fmla="*/ 0 w 8326323"/>
              <a:gd name="connsiteY0" fmla="*/ 0 h 6858000"/>
              <a:gd name="connsiteX1" fmla="*/ 8326323 w 8326323"/>
              <a:gd name="connsiteY1" fmla="*/ 0 h 6858000"/>
              <a:gd name="connsiteX2" fmla="*/ 8326323 w 8326323"/>
              <a:gd name="connsiteY2" fmla="*/ 6858000 h 6858000"/>
              <a:gd name="connsiteX3" fmla="*/ 0 w 8326323"/>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6323" h="6858000">
                <a:moveTo>
                  <a:pt x="0" y="0"/>
                </a:moveTo>
                <a:lnTo>
                  <a:pt x="8326323" y="0"/>
                </a:lnTo>
                <a:lnTo>
                  <a:pt x="8326323" y="6858000"/>
                </a:lnTo>
                <a:lnTo>
                  <a:pt x="0" y="6858000"/>
                </a:lnTo>
                <a:close/>
              </a:path>
            </a:pathLst>
          </a:custGeom>
          <a:blipFill>
            <a:blip r:embed="rId2">
              <a:alphaModFix amt="60000"/>
              <a:extLst>
                <a:ext uri="{28A0092B-C50C-407E-A947-70E740481C1C}">
                  <a14:useLocalDpi xmlns:a14="http://schemas.microsoft.com/office/drawing/2010/main" val="0"/>
                </a:ext>
              </a:extLst>
            </a:blip>
            <a:srcRect/>
            <a:stretch>
              <a:fillRect l="-67197" r="-67197"/>
            </a:stretch>
          </a:blipFill>
        </p:spPr>
        <p:txBody>
          <a:bodyPr wrap="square">
            <a:noAutofit/>
          </a:bodyPr>
          <a:lstStyle>
            <a:lvl1pPr marL="0" indent="0">
              <a:buNone/>
              <a:defRPr/>
            </a:lvl1pPr>
          </a:lstStyle>
          <a:p>
            <a:r>
              <a:rPr lang="en-US" dirty="0"/>
              <a:t>   </a:t>
            </a:r>
          </a:p>
        </p:txBody>
      </p:sp>
      <p:sp>
        <p:nvSpPr>
          <p:cNvPr id="3" name="Footer Placeholder 2">
            <a:extLst>
              <a:ext uri="{FF2B5EF4-FFF2-40B4-BE49-F238E27FC236}">
                <a16:creationId xmlns:a16="http://schemas.microsoft.com/office/drawing/2014/main" id="{698FC07B-DBB3-6713-7446-1CB062A1752F}"/>
              </a:ext>
            </a:extLst>
          </p:cNvPr>
          <p:cNvSpPr>
            <a:spLocks noGrp="1"/>
          </p:cNvSpPr>
          <p:nvPr>
            <p:ph type="ftr" sz="quarter" idx="17"/>
          </p:nvPr>
        </p:nvSpPr>
        <p:spPr/>
        <p:txBody>
          <a:bodyPr/>
          <a:lstStyle/>
          <a:p>
            <a:endParaRPr lang="en-US" dirty="0"/>
          </a:p>
        </p:txBody>
      </p:sp>
      <p:sp>
        <p:nvSpPr>
          <p:cNvPr id="2" name="Date Placeholder 1">
            <a:extLst>
              <a:ext uri="{FF2B5EF4-FFF2-40B4-BE49-F238E27FC236}">
                <a16:creationId xmlns:a16="http://schemas.microsoft.com/office/drawing/2014/main" id="{CC5CE356-8F45-9528-A1A3-57FFB6F123C7}"/>
              </a:ext>
            </a:extLst>
          </p:cNvPr>
          <p:cNvSpPr>
            <a:spLocks noGrp="1"/>
          </p:cNvSpPr>
          <p:nvPr>
            <p:ph type="dt" sz="half" idx="16"/>
          </p:nvPr>
        </p:nvSpPr>
        <p:spPr/>
        <p:txBody>
          <a:bodyPr/>
          <a:lstStyle/>
          <a:p>
            <a:endParaRPr lang="en-US" dirty="0"/>
          </a:p>
        </p:txBody>
      </p:sp>
      <p:sp>
        <p:nvSpPr>
          <p:cNvPr id="7" name="Slide Number Placeholder 6">
            <a:extLst>
              <a:ext uri="{FF2B5EF4-FFF2-40B4-BE49-F238E27FC236}">
                <a16:creationId xmlns:a16="http://schemas.microsoft.com/office/drawing/2014/main" id="{019DD9CF-D579-D07B-C24D-5A89B1A420D9}"/>
              </a:ext>
            </a:extLst>
          </p:cNvPr>
          <p:cNvSpPr>
            <a:spLocks noGrp="1"/>
          </p:cNvSpPr>
          <p:nvPr>
            <p:ph type="sldNum" sz="quarter" idx="18"/>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160569955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78871" y="3880757"/>
            <a:ext cx="2978729" cy="2282300"/>
          </a:xfrm>
        </p:spPr>
        <p:txBody>
          <a:bodyPr anchor="t">
            <a:normAutofit/>
          </a:bodyPr>
          <a:lstStyle>
            <a:lvl1pPr>
              <a:defRPr sz="2400"/>
            </a:lvl1pPr>
          </a:lstStyle>
          <a:p>
            <a:r>
              <a:rPr lang="en-US" dirty="0"/>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678871" y="732115"/>
            <a:ext cx="10827329" cy="2711216"/>
          </a:xfrm>
          <a:blipFill>
            <a:blip r:embed="rId2">
              <a:alphaModFix amt="60000"/>
              <a:extLst>
                <a:ext uri="{28A0092B-C50C-407E-A947-70E740481C1C}">
                  <a14:useLocalDpi xmlns:a14="http://schemas.microsoft.com/office/drawing/2010/main" val="0"/>
                </a:ext>
              </a:extLst>
            </a:blip>
            <a:srcRect/>
            <a:stretch>
              <a:fillRect t="-84535" b="-39991"/>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122370" y="3880758"/>
            <a:ext cx="7404607" cy="2282300"/>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99E808D1-FDEB-C4DA-A78C-86E9E878FFA9}"/>
              </a:ext>
            </a:extLst>
          </p:cNvPr>
          <p:cNvSpPr>
            <a:spLocks noGrp="1"/>
          </p:cNvSpPr>
          <p:nvPr>
            <p:ph type="ftr" sz="quarter" idx="16"/>
          </p:nvPr>
        </p:nvSpPr>
        <p:spPr/>
        <p:txBody>
          <a:bodyPr/>
          <a:lstStyle/>
          <a:p>
            <a:endParaRPr lang="en-US" dirty="0"/>
          </a:p>
        </p:txBody>
      </p:sp>
      <p:sp>
        <p:nvSpPr>
          <p:cNvPr id="3" name="Date Placeholder 2">
            <a:extLst>
              <a:ext uri="{FF2B5EF4-FFF2-40B4-BE49-F238E27FC236}">
                <a16:creationId xmlns:a16="http://schemas.microsoft.com/office/drawing/2014/main" id="{ABDC3112-C844-AF9C-BD29-9F54BFB4BEA3}"/>
              </a:ext>
            </a:extLst>
          </p:cNvPr>
          <p:cNvSpPr>
            <a:spLocks noGrp="1"/>
          </p:cNvSpPr>
          <p:nvPr>
            <p:ph type="dt" sz="half" idx="15"/>
          </p:nvPr>
        </p:nvSpPr>
        <p:spPr/>
        <p:txBody>
          <a:bodyPr/>
          <a:lstStyle/>
          <a:p>
            <a:endParaRPr lang="en-US" dirty="0"/>
          </a:p>
        </p:txBody>
      </p:sp>
      <p:sp>
        <p:nvSpPr>
          <p:cNvPr id="5" name="Slide Number Placeholder 4">
            <a:extLst>
              <a:ext uri="{FF2B5EF4-FFF2-40B4-BE49-F238E27FC236}">
                <a16:creationId xmlns:a16="http://schemas.microsoft.com/office/drawing/2014/main" id="{9853455F-03AC-59D9-5F32-49E6590DEC4F}"/>
              </a:ext>
            </a:extLst>
          </p:cNvPr>
          <p:cNvSpPr>
            <a:spLocks noGrp="1"/>
          </p:cNvSpPr>
          <p:nvPr>
            <p:ph type="sldNum" sz="quarter" idx="17"/>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329627207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78872" y="685800"/>
            <a:ext cx="3443498" cy="2330454"/>
          </a:xfrm>
        </p:spPr>
        <p:txBody>
          <a:bodyPr anchor="t">
            <a:normAutofit/>
          </a:bodyPr>
          <a:lstStyle>
            <a:lvl1pPr>
              <a:defRPr sz="2400"/>
            </a:lvl1pPr>
          </a:lstStyle>
          <a:p>
            <a:r>
              <a:rPr lang="en-US" dirty="0"/>
              <a:t>Click to edit Master title style</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613267" y="685800"/>
            <a:ext cx="6892933" cy="2330455"/>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Picture Placeholder 3">
            <a:extLst>
              <a:ext uri="{FF2B5EF4-FFF2-40B4-BE49-F238E27FC236}">
                <a16:creationId xmlns:a16="http://schemas.microsoft.com/office/drawing/2014/main" id="{EDB92F6E-55FC-C88B-734D-26D3B9923E69}"/>
              </a:ext>
            </a:extLst>
          </p:cNvPr>
          <p:cNvSpPr>
            <a:spLocks noGrp="1"/>
          </p:cNvSpPr>
          <p:nvPr>
            <p:ph type="pic" sz="quarter" idx="13" hasCustomPrompt="1"/>
          </p:nvPr>
        </p:nvSpPr>
        <p:spPr>
          <a:xfrm>
            <a:off x="678871" y="3636524"/>
            <a:ext cx="10827329" cy="2513999"/>
          </a:xfrm>
          <a:custGeom>
            <a:avLst/>
            <a:gdLst>
              <a:gd name="connsiteX0" fmla="*/ 0 w 12192000"/>
              <a:gd name="connsiteY0" fmla="*/ 0 h 3221477"/>
              <a:gd name="connsiteX1" fmla="*/ 12192000 w 12192000"/>
              <a:gd name="connsiteY1" fmla="*/ 0 h 3221477"/>
              <a:gd name="connsiteX2" fmla="*/ 12192000 w 12192000"/>
              <a:gd name="connsiteY2" fmla="*/ 3221477 h 3221477"/>
              <a:gd name="connsiteX3" fmla="*/ 0 w 12192000"/>
              <a:gd name="connsiteY3" fmla="*/ 3221477 h 3221477"/>
            </a:gdLst>
            <a:ahLst/>
            <a:cxnLst>
              <a:cxn ang="0">
                <a:pos x="connsiteX0" y="connsiteY0"/>
              </a:cxn>
              <a:cxn ang="0">
                <a:pos x="connsiteX1" y="connsiteY1"/>
              </a:cxn>
              <a:cxn ang="0">
                <a:pos x="connsiteX2" y="connsiteY2"/>
              </a:cxn>
              <a:cxn ang="0">
                <a:pos x="connsiteX3" y="connsiteY3"/>
              </a:cxn>
            </a:cxnLst>
            <a:rect l="l" t="t" r="r" b="b"/>
            <a:pathLst>
              <a:path w="12192000" h="3221477">
                <a:moveTo>
                  <a:pt x="0" y="0"/>
                </a:moveTo>
                <a:lnTo>
                  <a:pt x="12192000" y="0"/>
                </a:lnTo>
                <a:lnTo>
                  <a:pt x="12192000" y="3221477"/>
                </a:lnTo>
                <a:lnTo>
                  <a:pt x="0" y="3221477"/>
                </a:lnTo>
                <a:close/>
              </a:path>
            </a:pathLst>
          </a:custGeom>
          <a:blipFill>
            <a:blip r:embed="rId2">
              <a:alphaModFix amt="60000"/>
              <a:extLst>
                <a:ext uri="{28A0092B-C50C-407E-A947-70E740481C1C}">
                  <a14:useLocalDpi xmlns:a14="http://schemas.microsoft.com/office/drawing/2010/main" val="0"/>
                </a:ext>
              </a:extLst>
            </a:blip>
            <a:srcRect/>
            <a:stretch>
              <a:fillRect t="-94491" b="-49353"/>
            </a:stretch>
          </a:blipFill>
        </p:spPr>
        <p:txBody>
          <a:bodyPr wrap="square">
            <a:noAutofit/>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EE71176D-6F59-6E6F-1B64-88FAB9F6DCC5}"/>
              </a:ext>
            </a:extLst>
          </p:cNvPr>
          <p:cNvSpPr>
            <a:spLocks noGrp="1"/>
          </p:cNvSpPr>
          <p:nvPr>
            <p:ph type="ftr" sz="quarter" idx="16"/>
          </p:nvPr>
        </p:nvSpPr>
        <p:spPr/>
        <p:txBody>
          <a:bodyPr/>
          <a:lstStyle/>
          <a:p>
            <a:endParaRPr lang="en-US" dirty="0"/>
          </a:p>
        </p:txBody>
      </p:sp>
      <p:sp>
        <p:nvSpPr>
          <p:cNvPr id="3" name="Date Placeholder 2">
            <a:extLst>
              <a:ext uri="{FF2B5EF4-FFF2-40B4-BE49-F238E27FC236}">
                <a16:creationId xmlns:a16="http://schemas.microsoft.com/office/drawing/2014/main" id="{21D15A84-35DF-61C1-E0CD-9C9F5E85A15C}"/>
              </a:ext>
            </a:extLst>
          </p:cNvPr>
          <p:cNvSpPr>
            <a:spLocks noGrp="1"/>
          </p:cNvSpPr>
          <p:nvPr>
            <p:ph type="dt" sz="half" idx="15"/>
          </p:nvPr>
        </p:nvSpPr>
        <p:spPr/>
        <p:txBody>
          <a:bodyPr/>
          <a:lstStyle/>
          <a:p>
            <a:endParaRPr lang="en-US" dirty="0"/>
          </a:p>
        </p:txBody>
      </p:sp>
      <p:sp>
        <p:nvSpPr>
          <p:cNvPr id="6" name="Slide Number Placeholder 5">
            <a:extLst>
              <a:ext uri="{FF2B5EF4-FFF2-40B4-BE49-F238E27FC236}">
                <a16:creationId xmlns:a16="http://schemas.microsoft.com/office/drawing/2014/main" id="{D30D8B36-4FE1-E52B-160B-145190055FA9}"/>
              </a:ext>
            </a:extLst>
          </p:cNvPr>
          <p:cNvSpPr>
            <a:spLocks noGrp="1"/>
          </p:cNvSpPr>
          <p:nvPr>
            <p:ph type="sldNum" sz="quarter" idx="17"/>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364777380"/>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Content with Picture 10">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6B949F66-F66B-FD13-D580-BAAF491A9580}"/>
              </a:ext>
            </a:extLst>
          </p:cNvPr>
          <p:cNvSpPr>
            <a:spLocks noGrp="1"/>
          </p:cNvSpPr>
          <p:nvPr>
            <p:ph type="title"/>
          </p:nvPr>
        </p:nvSpPr>
        <p:spPr>
          <a:xfrm>
            <a:off x="678871" y="685800"/>
            <a:ext cx="10827330" cy="985966"/>
          </a:xfrm>
        </p:spPr>
        <p:txBody>
          <a:bodyPr anchor="t"/>
          <a:lstStyle/>
          <a:p>
            <a:r>
              <a:rPr lang="en-US"/>
              <a:t>Click to edit Master title style</a:t>
            </a:r>
          </a:p>
        </p:txBody>
      </p:sp>
      <p:sp>
        <p:nvSpPr>
          <p:cNvPr id="12" name="Picture Placeholder 11">
            <a:extLst>
              <a:ext uri="{FF2B5EF4-FFF2-40B4-BE49-F238E27FC236}">
                <a16:creationId xmlns:a16="http://schemas.microsoft.com/office/drawing/2014/main" id="{96F64025-FA05-CC42-8294-F944BC95DD00}"/>
              </a:ext>
            </a:extLst>
          </p:cNvPr>
          <p:cNvSpPr>
            <a:spLocks noGrp="1"/>
          </p:cNvSpPr>
          <p:nvPr>
            <p:ph type="pic" sz="quarter" idx="13" hasCustomPrompt="1"/>
          </p:nvPr>
        </p:nvSpPr>
        <p:spPr>
          <a:xfrm>
            <a:off x="678871" y="1830774"/>
            <a:ext cx="6560129" cy="4332284"/>
          </a:xfrm>
          <a:custGeom>
            <a:avLst/>
            <a:gdLst>
              <a:gd name="connsiteX0" fmla="*/ 0 w 6460672"/>
              <a:gd name="connsiteY0" fmla="*/ 0 h 5029200"/>
              <a:gd name="connsiteX1" fmla="*/ 6460672 w 6460672"/>
              <a:gd name="connsiteY1" fmla="*/ 0 h 5029200"/>
              <a:gd name="connsiteX2" fmla="*/ 6460672 w 6460672"/>
              <a:gd name="connsiteY2" fmla="*/ 5029200 h 5029200"/>
              <a:gd name="connsiteX3" fmla="*/ 0 w 6460672"/>
              <a:gd name="connsiteY3" fmla="*/ 5029200 h 5029200"/>
            </a:gdLst>
            <a:ahLst/>
            <a:cxnLst>
              <a:cxn ang="0">
                <a:pos x="connsiteX0" y="connsiteY0"/>
              </a:cxn>
              <a:cxn ang="0">
                <a:pos x="connsiteX1" y="connsiteY1"/>
              </a:cxn>
              <a:cxn ang="0">
                <a:pos x="connsiteX2" y="connsiteY2"/>
              </a:cxn>
              <a:cxn ang="0">
                <a:pos x="connsiteX3" y="connsiteY3"/>
              </a:cxn>
            </a:cxnLst>
            <a:rect l="l" t="t" r="r" b="b"/>
            <a:pathLst>
              <a:path w="6460672" h="5029200">
                <a:moveTo>
                  <a:pt x="0" y="0"/>
                </a:moveTo>
                <a:lnTo>
                  <a:pt x="6460672" y="0"/>
                </a:lnTo>
                <a:lnTo>
                  <a:pt x="6460672" y="5029200"/>
                </a:lnTo>
                <a:lnTo>
                  <a:pt x="0" y="5029200"/>
                </a:lnTo>
                <a:close/>
              </a:path>
            </a:pathLst>
          </a:custGeom>
          <a:blipFill>
            <a:blip r:embed="rId2">
              <a:alphaModFix amt="60000"/>
              <a:extLst>
                <a:ext uri="{28A0092B-C50C-407E-A947-70E740481C1C}">
                  <a14:useLocalDpi xmlns:a14="http://schemas.microsoft.com/office/drawing/2010/main" val="0"/>
                </a:ext>
              </a:extLst>
            </a:blip>
            <a:srcRect/>
            <a:stretch>
              <a:fillRect l="-8731" r="-8731"/>
            </a:stretch>
          </a:blipFill>
        </p:spPr>
        <p:txBody>
          <a:bodyPr vert="horz" wrap="square" lIns="91440" tIns="45720" rIns="91440" bIns="45720" rtlCol="0">
            <a:noAutofit/>
          </a:bodyPr>
          <a:lstStyle>
            <a:lvl1pPr>
              <a:defRPr lang="en-US" dirty="0"/>
            </a:lvl1pPr>
          </a:lstStyle>
          <a:p>
            <a:pPr marL="0" lvl="0" indent="0">
              <a:buNone/>
            </a:pPr>
            <a:r>
              <a:rPr lang="en-US" dirty="0"/>
              <a:t>   </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7848599" y="1830773"/>
            <a:ext cx="3657601" cy="433228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6F9C74D3-4953-87AB-DEFD-DAE552B32F2A}"/>
              </a:ext>
            </a:extLst>
          </p:cNvPr>
          <p:cNvSpPr>
            <a:spLocks noGrp="1"/>
          </p:cNvSpPr>
          <p:nvPr>
            <p:ph type="ftr" sz="quarter" idx="16"/>
          </p:nvPr>
        </p:nvSpPr>
        <p:spPr/>
        <p:txBody>
          <a:bodyPr/>
          <a:lstStyle/>
          <a:p>
            <a:endParaRPr lang="en-US" dirty="0"/>
          </a:p>
        </p:txBody>
      </p:sp>
      <p:sp>
        <p:nvSpPr>
          <p:cNvPr id="5" name="Date Placeholder 4">
            <a:extLst>
              <a:ext uri="{FF2B5EF4-FFF2-40B4-BE49-F238E27FC236}">
                <a16:creationId xmlns:a16="http://schemas.microsoft.com/office/drawing/2014/main" id="{33B4D3FF-FC3B-DF81-D68A-C24A7A51E7F8}"/>
              </a:ext>
            </a:extLst>
          </p:cNvPr>
          <p:cNvSpPr>
            <a:spLocks noGrp="1"/>
          </p:cNvSpPr>
          <p:nvPr>
            <p:ph type="dt" sz="half" idx="15"/>
          </p:nvPr>
        </p:nvSpPr>
        <p:spPr/>
        <p:txBody>
          <a:bodyPr/>
          <a:lstStyle/>
          <a:p>
            <a:endParaRPr lang="en-US" dirty="0"/>
          </a:p>
        </p:txBody>
      </p:sp>
      <p:sp>
        <p:nvSpPr>
          <p:cNvPr id="7" name="Slide Number Placeholder 6">
            <a:extLst>
              <a:ext uri="{FF2B5EF4-FFF2-40B4-BE49-F238E27FC236}">
                <a16:creationId xmlns:a16="http://schemas.microsoft.com/office/drawing/2014/main" id="{E0B1B140-6B27-A9E5-686F-E0A1260B1319}"/>
              </a:ext>
            </a:extLst>
          </p:cNvPr>
          <p:cNvSpPr>
            <a:spLocks noGrp="1"/>
          </p:cNvSpPr>
          <p:nvPr>
            <p:ph type="sldNum" sz="quarter" idx="17"/>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1520478892"/>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Content with Picture 11">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6B949F66-F66B-FD13-D580-BAAF491A9580}"/>
              </a:ext>
            </a:extLst>
          </p:cNvPr>
          <p:cNvSpPr>
            <a:spLocks noGrp="1"/>
          </p:cNvSpPr>
          <p:nvPr>
            <p:ph type="title"/>
          </p:nvPr>
        </p:nvSpPr>
        <p:spPr>
          <a:xfrm>
            <a:off x="678871" y="685800"/>
            <a:ext cx="10827330" cy="985966"/>
          </a:xfrm>
        </p:spPr>
        <p:txBody>
          <a:bodyPr anchor="t"/>
          <a:lstStyle/>
          <a:p>
            <a:r>
              <a:rPr lang="en-US"/>
              <a:t>Click to edit Master title style</a:t>
            </a:r>
          </a:p>
        </p:txBody>
      </p:sp>
      <p:sp>
        <p:nvSpPr>
          <p:cNvPr id="12" name="Picture Placeholder 11">
            <a:extLst>
              <a:ext uri="{FF2B5EF4-FFF2-40B4-BE49-F238E27FC236}">
                <a16:creationId xmlns:a16="http://schemas.microsoft.com/office/drawing/2014/main" id="{96F64025-FA05-CC42-8294-F944BC95DD00}"/>
              </a:ext>
            </a:extLst>
          </p:cNvPr>
          <p:cNvSpPr>
            <a:spLocks noGrp="1"/>
          </p:cNvSpPr>
          <p:nvPr>
            <p:ph type="pic" sz="quarter" idx="13" hasCustomPrompt="1"/>
          </p:nvPr>
        </p:nvSpPr>
        <p:spPr>
          <a:xfrm>
            <a:off x="678871" y="1830774"/>
            <a:ext cx="5112329" cy="4332284"/>
          </a:xfrm>
          <a:custGeom>
            <a:avLst/>
            <a:gdLst>
              <a:gd name="connsiteX0" fmla="*/ 0 w 6460672"/>
              <a:gd name="connsiteY0" fmla="*/ 0 h 5029200"/>
              <a:gd name="connsiteX1" fmla="*/ 6460672 w 6460672"/>
              <a:gd name="connsiteY1" fmla="*/ 0 h 5029200"/>
              <a:gd name="connsiteX2" fmla="*/ 6460672 w 6460672"/>
              <a:gd name="connsiteY2" fmla="*/ 5029200 h 5029200"/>
              <a:gd name="connsiteX3" fmla="*/ 0 w 6460672"/>
              <a:gd name="connsiteY3" fmla="*/ 5029200 h 5029200"/>
            </a:gdLst>
            <a:ahLst/>
            <a:cxnLst>
              <a:cxn ang="0">
                <a:pos x="connsiteX0" y="connsiteY0"/>
              </a:cxn>
              <a:cxn ang="0">
                <a:pos x="connsiteX1" y="connsiteY1"/>
              </a:cxn>
              <a:cxn ang="0">
                <a:pos x="connsiteX2" y="connsiteY2"/>
              </a:cxn>
              <a:cxn ang="0">
                <a:pos x="connsiteX3" y="connsiteY3"/>
              </a:cxn>
            </a:cxnLst>
            <a:rect l="l" t="t" r="r" b="b"/>
            <a:pathLst>
              <a:path w="6460672" h="5029200">
                <a:moveTo>
                  <a:pt x="0" y="0"/>
                </a:moveTo>
                <a:lnTo>
                  <a:pt x="6460672" y="0"/>
                </a:lnTo>
                <a:lnTo>
                  <a:pt x="6460672" y="5029200"/>
                </a:lnTo>
                <a:lnTo>
                  <a:pt x="0" y="5029200"/>
                </a:lnTo>
                <a:close/>
              </a:path>
            </a:pathLst>
          </a:custGeom>
          <a:blipFill>
            <a:blip r:embed="rId2">
              <a:alphaModFix amt="60000"/>
              <a:extLst>
                <a:ext uri="{28A0092B-C50C-407E-A947-70E740481C1C}">
                  <a14:useLocalDpi xmlns:a14="http://schemas.microsoft.com/office/drawing/2010/main" val="0"/>
                </a:ext>
              </a:extLst>
            </a:blip>
            <a:srcRect/>
            <a:stretch>
              <a:fillRect l="-25363" r="-25363"/>
            </a:stretch>
          </a:blipFill>
        </p:spPr>
        <p:txBody>
          <a:bodyPr vert="horz" wrap="square" lIns="91440" tIns="45720" rIns="91440" bIns="45720" rtlCol="0">
            <a:noAutofit/>
          </a:bodyPr>
          <a:lstStyle>
            <a:lvl1pPr>
              <a:defRPr lang="en-US" dirty="0"/>
            </a:lvl1pPr>
          </a:lstStyle>
          <a:p>
            <a:pPr marL="0" lvl="0" indent="0">
              <a:buNone/>
            </a:pPr>
            <a:r>
              <a:rPr lang="en-US" dirty="0"/>
              <a:t>   </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362821" y="1830773"/>
            <a:ext cx="5143379" cy="433228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EA4CDA6C-1820-A056-2B4A-240B4D831E43}"/>
              </a:ext>
            </a:extLst>
          </p:cNvPr>
          <p:cNvSpPr>
            <a:spLocks noGrp="1"/>
          </p:cNvSpPr>
          <p:nvPr>
            <p:ph type="ftr" sz="quarter" idx="16"/>
          </p:nvPr>
        </p:nvSpPr>
        <p:spPr/>
        <p:txBody>
          <a:bodyPr/>
          <a:lstStyle/>
          <a:p>
            <a:endParaRPr lang="en-US" dirty="0"/>
          </a:p>
        </p:txBody>
      </p:sp>
      <p:sp>
        <p:nvSpPr>
          <p:cNvPr id="5" name="Date Placeholder 4">
            <a:extLst>
              <a:ext uri="{FF2B5EF4-FFF2-40B4-BE49-F238E27FC236}">
                <a16:creationId xmlns:a16="http://schemas.microsoft.com/office/drawing/2014/main" id="{1E93D0EB-A6DA-C46E-D18F-B61C44EF0422}"/>
              </a:ext>
            </a:extLst>
          </p:cNvPr>
          <p:cNvSpPr>
            <a:spLocks noGrp="1"/>
          </p:cNvSpPr>
          <p:nvPr>
            <p:ph type="dt" sz="half" idx="15"/>
          </p:nvPr>
        </p:nvSpPr>
        <p:spPr/>
        <p:txBody>
          <a:bodyPr/>
          <a:lstStyle/>
          <a:p>
            <a:endParaRPr lang="en-US" dirty="0"/>
          </a:p>
        </p:txBody>
      </p:sp>
      <p:sp>
        <p:nvSpPr>
          <p:cNvPr id="7" name="Slide Number Placeholder 6">
            <a:extLst>
              <a:ext uri="{FF2B5EF4-FFF2-40B4-BE49-F238E27FC236}">
                <a16:creationId xmlns:a16="http://schemas.microsoft.com/office/drawing/2014/main" id="{86BB683A-634D-19CA-3758-07887799DC40}"/>
              </a:ext>
            </a:extLst>
          </p:cNvPr>
          <p:cNvSpPr>
            <a:spLocks noGrp="1"/>
          </p:cNvSpPr>
          <p:nvPr>
            <p:ph type="sldNum" sz="quarter" idx="17"/>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96962765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Content with Picture 1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78871" y="685800"/>
            <a:ext cx="4274130" cy="1269482"/>
          </a:xfrm>
        </p:spPr>
        <p:txBody>
          <a:bodyPr anchor="t">
            <a:normAutofit/>
          </a:bodyPr>
          <a:lstStyle>
            <a:lvl1pPr>
              <a:defRPr sz="2800"/>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678871" y="2173850"/>
            <a:ext cx="4274130" cy="3963682"/>
          </a:xfrm>
          <a:blipFill>
            <a:blip r:embed="rId2">
              <a:alphaModFix amt="60000"/>
              <a:extLst>
                <a:ext uri="{28A0092B-C50C-407E-A947-70E740481C1C}">
                  <a14:useLocalDpi xmlns:a14="http://schemas.microsoft.com/office/drawing/2010/main" val="0"/>
                </a:ext>
              </a:extLst>
            </a:blip>
            <a:srcRect/>
            <a:stretch>
              <a:fillRect l="-32473" r="-32473"/>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5573333" y="685800"/>
            <a:ext cx="5932867" cy="54772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31D79C85-F436-B8CC-25B1-1484A2E6D9E5}"/>
              </a:ext>
            </a:extLst>
          </p:cNvPr>
          <p:cNvSpPr>
            <a:spLocks noGrp="1"/>
          </p:cNvSpPr>
          <p:nvPr>
            <p:ph type="ftr" sz="quarter" idx="16"/>
          </p:nvPr>
        </p:nvSpPr>
        <p:spPr/>
        <p:txBody>
          <a:bodyPr/>
          <a:lstStyle/>
          <a:p>
            <a:endParaRPr lang="en-US" dirty="0"/>
          </a:p>
        </p:txBody>
      </p:sp>
      <p:sp>
        <p:nvSpPr>
          <p:cNvPr id="3" name="Date Placeholder 2">
            <a:extLst>
              <a:ext uri="{FF2B5EF4-FFF2-40B4-BE49-F238E27FC236}">
                <a16:creationId xmlns:a16="http://schemas.microsoft.com/office/drawing/2014/main" id="{370E5895-9C3C-E2ED-0696-017C51EB8F17}"/>
              </a:ext>
            </a:extLst>
          </p:cNvPr>
          <p:cNvSpPr>
            <a:spLocks noGrp="1"/>
          </p:cNvSpPr>
          <p:nvPr>
            <p:ph type="dt" sz="half" idx="15"/>
          </p:nvPr>
        </p:nvSpPr>
        <p:spPr/>
        <p:txBody>
          <a:bodyPr/>
          <a:lstStyle/>
          <a:p>
            <a:endParaRPr lang="en-US" dirty="0"/>
          </a:p>
        </p:txBody>
      </p:sp>
      <p:sp>
        <p:nvSpPr>
          <p:cNvPr id="5" name="Slide Number Placeholder 4">
            <a:extLst>
              <a:ext uri="{FF2B5EF4-FFF2-40B4-BE49-F238E27FC236}">
                <a16:creationId xmlns:a16="http://schemas.microsoft.com/office/drawing/2014/main" id="{96110E32-BBC0-38C8-4A92-51464FFB2E45}"/>
              </a:ext>
            </a:extLst>
          </p:cNvPr>
          <p:cNvSpPr>
            <a:spLocks noGrp="1"/>
          </p:cNvSpPr>
          <p:nvPr>
            <p:ph type="sldNum" sz="quarter" idx="17"/>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150139813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Content with Picture 1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781763" y="687493"/>
            <a:ext cx="6724438" cy="1446108"/>
          </a:xfrm>
        </p:spPr>
        <p:txBody>
          <a:bodyPr anchor="t"/>
          <a:lstStyle/>
          <a:p>
            <a:r>
              <a:rPr lang="en-US"/>
              <a:t>Click to edit Master title style</a:t>
            </a:r>
          </a:p>
        </p:txBody>
      </p:sp>
      <p:sp>
        <p:nvSpPr>
          <p:cNvPr id="10" name="Picture Placeholder 9">
            <a:extLst>
              <a:ext uri="{FF2B5EF4-FFF2-40B4-BE49-F238E27FC236}">
                <a16:creationId xmlns:a16="http://schemas.microsoft.com/office/drawing/2014/main" id="{3CA946DA-5AE8-39E2-3ADD-B8F06308C1C6}"/>
              </a:ext>
            </a:extLst>
          </p:cNvPr>
          <p:cNvSpPr>
            <a:spLocks noGrp="1"/>
          </p:cNvSpPr>
          <p:nvPr>
            <p:ph type="pic" sz="quarter" idx="13" hasCustomPrompt="1"/>
          </p:nvPr>
        </p:nvSpPr>
        <p:spPr>
          <a:xfrm>
            <a:off x="678871" y="687492"/>
            <a:ext cx="3435929" cy="5483016"/>
          </a:xfrm>
          <a:custGeom>
            <a:avLst/>
            <a:gdLst>
              <a:gd name="connsiteX0" fmla="*/ 0 w 8326323"/>
              <a:gd name="connsiteY0" fmla="*/ 0 h 6858000"/>
              <a:gd name="connsiteX1" fmla="*/ 8326323 w 8326323"/>
              <a:gd name="connsiteY1" fmla="*/ 0 h 6858000"/>
              <a:gd name="connsiteX2" fmla="*/ 8326323 w 8326323"/>
              <a:gd name="connsiteY2" fmla="*/ 6858000 h 6858000"/>
              <a:gd name="connsiteX3" fmla="*/ 0 w 8326323"/>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6323" h="6858000">
                <a:moveTo>
                  <a:pt x="0" y="0"/>
                </a:moveTo>
                <a:lnTo>
                  <a:pt x="8326323" y="0"/>
                </a:lnTo>
                <a:lnTo>
                  <a:pt x="8326323" y="6858000"/>
                </a:lnTo>
                <a:lnTo>
                  <a:pt x="0" y="6858000"/>
                </a:lnTo>
                <a:close/>
              </a:path>
            </a:pathLst>
          </a:custGeom>
          <a:blipFill>
            <a:blip r:embed="rId2">
              <a:alphaModFix amt="60000"/>
              <a:extLst>
                <a:ext uri="{28A0092B-C50C-407E-A947-70E740481C1C}">
                  <a14:useLocalDpi xmlns:a14="http://schemas.microsoft.com/office/drawing/2010/main" val="0"/>
                </a:ext>
              </a:extLst>
            </a:blip>
            <a:srcRect/>
            <a:stretch>
              <a:fillRect l="-91918" r="-91918"/>
            </a:stretch>
          </a:blipFill>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4783374" y="2419354"/>
            <a:ext cx="6714213" cy="3743702"/>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4D434C21-9AE9-F631-7C47-0FF6C5942762}"/>
              </a:ext>
            </a:extLst>
          </p:cNvPr>
          <p:cNvSpPr>
            <a:spLocks noGrp="1"/>
          </p:cNvSpPr>
          <p:nvPr>
            <p:ph type="ftr" sz="quarter" idx="16"/>
          </p:nvPr>
        </p:nvSpPr>
        <p:spPr/>
        <p:txBody>
          <a:bodyPr/>
          <a:lstStyle/>
          <a:p>
            <a:endParaRPr lang="en-US" dirty="0"/>
          </a:p>
        </p:txBody>
      </p:sp>
      <p:sp>
        <p:nvSpPr>
          <p:cNvPr id="3" name="Date Placeholder 2">
            <a:extLst>
              <a:ext uri="{FF2B5EF4-FFF2-40B4-BE49-F238E27FC236}">
                <a16:creationId xmlns:a16="http://schemas.microsoft.com/office/drawing/2014/main" id="{13D4C698-492C-2FAD-95DB-969CC69A6005}"/>
              </a:ext>
            </a:extLst>
          </p:cNvPr>
          <p:cNvSpPr>
            <a:spLocks noGrp="1"/>
          </p:cNvSpPr>
          <p:nvPr>
            <p:ph type="dt" sz="half" idx="15"/>
          </p:nvPr>
        </p:nvSpPr>
        <p:spPr/>
        <p:txBody>
          <a:bodyPr/>
          <a:lstStyle/>
          <a:p>
            <a:endParaRPr lang="en-US" dirty="0"/>
          </a:p>
        </p:txBody>
      </p:sp>
      <p:sp>
        <p:nvSpPr>
          <p:cNvPr id="9" name="Slide Number Placeholder 8">
            <a:extLst>
              <a:ext uri="{FF2B5EF4-FFF2-40B4-BE49-F238E27FC236}">
                <a16:creationId xmlns:a16="http://schemas.microsoft.com/office/drawing/2014/main" id="{85539C1F-4C6E-483B-915F-317EFA8BE922}"/>
              </a:ext>
            </a:extLst>
          </p:cNvPr>
          <p:cNvSpPr>
            <a:spLocks noGrp="1"/>
          </p:cNvSpPr>
          <p:nvPr>
            <p:ph type="sldNum" sz="quarter" idx="17"/>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650043491"/>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Content with Picture 1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76275" y="687493"/>
            <a:ext cx="7379174" cy="1446108"/>
          </a:xfrm>
        </p:spPr>
        <p:txBody>
          <a:bodyPr anchor="t"/>
          <a:lstStyle/>
          <a:p>
            <a:r>
              <a:rPr lang="en-US"/>
              <a:t>Click to edit Master title style</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678871" y="2419354"/>
            <a:ext cx="7367953" cy="3743702"/>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9">
            <a:extLst>
              <a:ext uri="{FF2B5EF4-FFF2-40B4-BE49-F238E27FC236}">
                <a16:creationId xmlns:a16="http://schemas.microsoft.com/office/drawing/2014/main" id="{3CA946DA-5AE8-39E2-3ADD-B8F06308C1C6}"/>
              </a:ext>
            </a:extLst>
          </p:cNvPr>
          <p:cNvSpPr>
            <a:spLocks noGrp="1"/>
          </p:cNvSpPr>
          <p:nvPr>
            <p:ph type="pic" sz="quarter" idx="13" hasCustomPrompt="1"/>
          </p:nvPr>
        </p:nvSpPr>
        <p:spPr>
          <a:xfrm>
            <a:off x="8724022" y="687492"/>
            <a:ext cx="2789107" cy="5483016"/>
          </a:xfrm>
          <a:custGeom>
            <a:avLst/>
            <a:gdLst>
              <a:gd name="connsiteX0" fmla="*/ 0 w 8326323"/>
              <a:gd name="connsiteY0" fmla="*/ 0 h 6858000"/>
              <a:gd name="connsiteX1" fmla="*/ 8326323 w 8326323"/>
              <a:gd name="connsiteY1" fmla="*/ 0 h 6858000"/>
              <a:gd name="connsiteX2" fmla="*/ 8326323 w 8326323"/>
              <a:gd name="connsiteY2" fmla="*/ 6858000 h 6858000"/>
              <a:gd name="connsiteX3" fmla="*/ 0 w 8326323"/>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6323" h="6858000">
                <a:moveTo>
                  <a:pt x="0" y="0"/>
                </a:moveTo>
                <a:lnTo>
                  <a:pt x="8326323" y="0"/>
                </a:lnTo>
                <a:lnTo>
                  <a:pt x="8326323" y="6858000"/>
                </a:lnTo>
                <a:lnTo>
                  <a:pt x="0" y="6858000"/>
                </a:lnTo>
                <a:close/>
              </a:path>
            </a:pathLst>
          </a:custGeom>
          <a:blipFill>
            <a:blip r:embed="rId2">
              <a:alphaModFix amt="60000"/>
              <a:extLst>
                <a:ext uri="{28A0092B-C50C-407E-A947-70E740481C1C}">
                  <a14:useLocalDpi xmlns:a14="http://schemas.microsoft.com/office/drawing/2010/main" val="0"/>
                </a:ext>
              </a:extLst>
            </a:blip>
            <a:srcRect/>
            <a:stretch>
              <a:fillRect l="-124830" r="-124830"/>
            </a:stretch>
          </a:blipFill>
        </p:spPr>
        <p:txBody>
          <a:bodyPr wrap="square">
            <a:noAutofit/>
          </a:bodyPr>
          <a:lstStyle>
            <a:lvl1pPr marL="0" indent="0">
              <a:buNone/>
              <a:defRPr/>
            </a:lvl1pPr>
          </a:lstStyle>
          <a:p>
            <a:r>
              <a:rPr lang="en-US" dirty="0"/>
              <a:t>   </a:t>
            </a:r>
          </a:p>
        </p:txBody>
      </p:sp>
      <p:sp>
        <p:nvSpPr>
          <p:cNvPr id="4" name="Footer Placeholder 3">
            <a:extLst>
              <a:ext uri="{FF2B5EF4-FFF2-40B4-BE49-F238E27FC236}">
                <a16:creationId xmlns:a16="http://schemas.microsoft.com/office/drawing/2014/main" id="{DA01B279-14F8-811B-68AF-FDEBF89CFB1F}"/>
              </a:ext>
            </a:extLst>
          </p:cNvPr>
          <p:cNvSpPr>
            <a:spLocks noGrp="1"/>
          </p:cNvSpPr>
          <p:nvPr>
            <p:ph type="ftr" sz="quarter" idx="16"/>
          </p:nvPr>
        </p:nvSpPr>
        <p:spPr/>
        <p:txBody>
          <a:bodyPr/>
          <a:lstStyle/>
          <a:p>
            <a:endParaRPr lang="en-US" dirty="0"/>
          </a:p>
        </p:txBody>
      </p:sp>
      <p:sp>
        <p:nvSpPr>
          <p:cNvPr id="3" name="Date Placeholder 2">
            <a:extLst>
              <a:ext uri="{FF2B5EF4-FFF2-40B4-BE49-F238E27FC236}">
                <a16:creationId xmlns:a16="http://schemas.microsoft.com/office/drawing/2014/main" id="{72087AEB-2562-14F9-A50E-AD7A31F76ADF}"/>
              </a:ext>
            </a:extLst>
          </p:cNvPr>
          <p:cNvSpPr>
            <a:spLocks noGrp="1"/>
          </p:cNvSpPr>
          <p:nvPr>
            <p:ph type="dt" sz="half" idx="15"/>
          </p:nvPr>
        </p:nvSpPr>
        <p:spPr/>
        <p:txBody>
          <a:bodyPr/>
          <a:lstStyle/>
          <a:p>
            <a:endParaRPr lang="en-US" dirty="0"/>
          </a:p>
        </p:txBody>
      </p:sp>
      <p:sp>
        <p:nvSpPr>
          <p:cNvPr id="9" name="Slide Number Placeholder 8">
            <a:extLst>
              <a:ext uri="{FF2B5EF4-FFF2-40B4-BE49-F238E27FC236}">
                <a16:creationId xmlns:a16="http://schemas.microsoft.com/office/drawing/2014/main" id="{D8BBF552-6277-D4E7-9B98-D4080873F748}"/>
              </a:ext>
            </a:extLst>
          </p:cNvPr>
          <p:cNvSpPr>
            <a:spLocks noGrp="1"/>
          </p:cNvSpPr>
          <p:nvPr>
            <p:ph type="sldNum" sz="quarter" idx="17"/>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1601890353"/>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Content with Picture 15">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5B3EC321-CEEB-C816-CF10-03F0A527D569}"/>
              </a:ext>
            </a:extLst>
          </p:cNvPr>
          <p:cNvSpPr>
            <a:spLocks noGrp="1"/>
          </p:cNvSpPr>
          <p:nvPr>
            <p:ph type="title"/>
          </p:nvPr>
        </p:nvSpPr>
        <p:spPr>
          <a:xfrm>
            <a:off x="3754218" y="687493"/>
            <a:ext cx="7758911" cy="988908"/>
          </a:xfrm>
        </p:spPr>
        <p:txBody>
          <a:bodyPr anchor="t"/>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687494" y="687492"/>
            <a:ext cx="2360507" cy="5483016"/>
          </a:xfrm>
          <a:blipFill>
            <a:blip r:embed="rId2">
              <a:alphaModFix amt="60000"/>
              <a:extLst>
                <a:ext uri="{28A0092B-C50C-407E-A947-70E740481C1C}">
                  <a14:useLocalDpi xmlns:a14="http://schemas.microsoft.com/office/drawing/2010/main" val="0"/>
                </a:ext>
              </a:extLst>
            </a:blip>
            <a:srcRect/>
            <a:stretch>
              <a:fillRect l="-156574" r="-156574"/>
            </a:stretch>
          </a:blipFill>
        </p:spPr>
        <p:txBody>
          <a:bodyPr/>
          <a:lstStyle>
            <a:lvl1pPr marL="0" indent="0">
              <a:buNone/>
              <a:defRPr/>
            </a:lvl1pPr>
          </a:lstStyle>
          <a:p>
            <a:r>
              <a:rPr lang="en-US" dirty="0"/>
              <a:t>   </a:t>
            </a:r>
          </a:p>
        </p:txBody>
      </p:sp>
      <p:sp>
        <p:nvSpPr>
          <p:cNvPr id="12" name="Content Placeholder 7">
            <a:extLst>
              <a:ext uri="{FF2B5EF4-FFF2-40B4-BE49-F238E27FC236}">
                <a16:creationId xmlns:a16="http://schemas.microsoft.com/office/drawing/2014/main" id="{0F80EB41-3C35-A1B2-916F-477D2FDBA78F}"/>
              </a:ext>
            </a:extLst>
          </p:cNvPr>
          <p:cNvSpPr>
            <a:spLocks noGrp="1"/>
          </p:cNvSpPr>
          <p:nvPr>
            <p:ph sz="quarter" idx="14"/>
          </p:nvPr>
        </p:nvSpPr>
        <p:spPr>
          <a:xfrm>
            <a:off x="3754218" y="1953528"/>
            <a:ext cx="7750288" cy="4209527"/>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er Placeholder 2">
            <a:extLst>
              <a:ext uri="{FF2B5EF4-FFF2-40B4-BE49-F238E27FC236}">
                <a16:creationId xmlns:a16="http://schemas.microsoft.com/office/drawing/2014/main" id="{FB734294-24E0-2032-5C49-55BAB969D42C}"/>
              </a:ext>
            </a:extLst>
          </p:cNvPr>
          <p:cNvSpPr>
            <a:spLocks noGrp="1"/>
          </p:cNvSpPr>
          <p:nvPr>
            <p:ph type="ftr" sz="quarter" idx="16"/>
          </p:nvPr>
        </p:nvSpPr>
        <p:spPr/>
        <p:txBody>
          <a:bodyPr/>
          <a:lstStyle/>
          <a:p>
            <a:endParaRPr lang="en-US" dirty="0"/>
          </a:p>
        </p:txBody>
      </p:sp>
      <p:sp>
        <p:nvSpPr>
          <p:cNvPr id="2" name="Date Placeholder 1">
            <a:extLst>
              <a:ext uri="{FF2B5EF4-FFF2-40B4-BE49-F238E27FC236}">
                <a16:creationId xmlns:a16="http://schemas.microsoft.com/office/drawing/2014/main" id="{4B22AC9E-77BC-1AD2-8EB8-923CDF4BBE01}"/>
              </a:ext>
            </a:extLst>
          </p:cNvPr>
          <p:cNvSpPr>
            <a:spLocks noGrp="1"/>
          </p:cNvSpPr>
          <p:nvPr>
            <p:ph type="dt" sz="half" idx="15"/>
          </p:nvPr>
        </p:nvSpPr>
        <p:spPr/>
        <p:txBody>
          <a:bodyPr/>
          <a:lstStyle/>
          <a:p>
            <a:endParaRPr lang="en-US" dirty="0"/>
          </a:p>
        </p:txBody>
      </p:sp>
      <p:sp>
        <p:nvSpPr>
          <p:cNvPr id="4" name="Slide Number Placeholder 3">
            <a:extLst>
              <a:ext uri="{FF2B5EF4-FFF2-40B4-BE49-F238E27FC236}">
                <a16:creationId xmlns:a16="http://schemas.microsoft.com/office/drawing/2014/main" id="{5A2A8A83-D457-8B0A-7A32-F95024D8D586}"/>
              </a:ext>
            </a:extLst>
          </p:cNvPr>
          <p:cNvSpPr>
            <a:spLocks noGrp="1"/>
          </p:cNvSpPr>
          <p:nvPr>
            <p:ph type="sldNum" sz="quarter" idx="17"/>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3420578868"/>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Content with Picture 16">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5B3EC321-CEEB-C816-CF10-03F0A527D569}"/>
              </a:ext>
            </a:extLst>
          </p:cNvPr>
          <p:cNvSpPr>
            <a:spLocks noGrp="1"/>
          </p:cNvSpPr>
          <p:nvPr>
            <p:ph type="title"/>
          </p:nvPr>
        </p:nvSpPr>
        <p:spPr>
          <a:xfrm>
            <a:off x="678131" y="687493"/>
            <a:ext cx="8424453" cy="988908"/>
          </a:xfrm>
        </p:spPr>
        <p:txBody>
          <a:bodyPr anchor="t"/>
          <a:lstStyle/>
          <a:p>
            <a:r>
              <a:rPr lang="en-US"/>
              <a:t>Click to edit Master title style</a:t>
            </a:r>
          </a:p>
        </p:txBody>
      </p:sp>
      <p:sp>
        <p:nvSpPr>
          <p:cNvPr id="12" name="Content Placeholder 7">
            <a:extLst>
              <a:ext uri="{FF2B5EF4-FFF2-40B4-BE49-F238E27FC236}">
                <a16:creationId xmlns:a16="http://schemas.microsoft.com/office/drawing/2014/main" id="{0F80EB41-3C35-A1B2-916F-477D2FDBA78F}"/>
              </a:ext>
            </a:extLst>
          </p:cNvPr>
          <p:cNvSpPr>
            <a:spLocks noGrp="1"/>
          </p:cNvSpPr>
          <p:nvPr>
            <p:ph sz="quarter" idx="14"/>
          </p:nvPr>
        </p:nvSpPr>
        <p:spPr>
          <a:xfrm>
            <a:off x="678871" y="1953528"/>
            <a:ext cx="8415090" cy="4209527"/>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9769355" y="687492"/>
            <a:ext cx="1722308" cy="5483016"/>
          </a:xfrm>
          <a:blipFill>
            <a:blip r:embed="rId2">
              <a:alphaModFix amt="60000"/>
              <a:extLst>
                <a:ext uri="{28A0092B-C50C-407E-A947-70E740481C1C}">
                  <a14:useLocalDpi xmlns:a14="http://schemas.microsoft.com/office/drawing/2010/main" val="0"/>
                </a:ext>
              </a:extLst>
            </a:blip>
            <a:srcRect/>
            <a:stretch>
              <a:fillRect l="-233120" r="-233120"/>
            </a:stretch>
          </a:blipFill>
        </p:spPr>
        <p:txBody>
          <a:bodyPr/>
          <a:lstStyle>
            <a:lvl1pPr marL="0" indent="0">
              <a:buNone/>
              <a:defRPr/>
            </a:lvl1pPr>
          </a:lstStyle>
          <a:p>
            <a:r>
              <a:rPr lang="en-US" dirty="0"/>
              <a:t>   </a:t>
            </a:r>
          </a:p>
        </p:txBody>
      </p:sp>
      <p:sp>
        <p:nvSpPr>
          <p:cNvPr id="3" name="Footer Placeholder 2">
            <a:extLst>
              <a:ext uri="{FF2B5EF4-FFF2-40B4-BE49-F238E27FC236}">
                <a16:creationId xmlns:a16="http://schemas.microsoft.com/office/drawing/2014/main" id="{6963ABC3-6B6D-93A5-5D5C-31E2D53D3F40}"/>
              </a:ext>
            </a:extLst>
          </p:cNvPr>
          <p:cNvSpPr>
            <a:spLocks noGrp="1"/>
          </p:cNvSpPr>
          <p:nvPr>
            <p:ph type="ftr" sz="quarter" idx="16"/>
          </p:nvPr>
        </p:nvSpPr>
        <p:spPr/>
        <p:txBody>
          <a:bodyPr/>
          <a:lstStyle/>
          <a:p>
            <a:endParaRPr lang="en-US" dirty="0"/>
          </a:p>
        </p:txBody>
      </p:sp>
      <p:sp>
        <p:nvSpPr>
          <p:cNvPr id="2" name="Date Placeholder 1">
            <a:extLst>
              <a:ext uri="{FF2B5EF4-FFF2-40B4-BE49-F238E27FC236}">
                <a16:creationId xmlns:a16="http://schemas.microsoft.com/office/drawing/2014/main" id="{C47FF304-5BE8-9322-A906-1705F80BA2A6}"/>
              </a:ext>
            </a:extLst>
          </p:cNvPr>
          <p:cNvSpPr>
            <a:spLocks noGrp="1"/>
          </p:cNvSpPr>
          <p:nvPr>
            <p:ph type="dt" sz="half" idx="15"/>
          </p:nvPr>
        </p:nvSpPr>
        <p:spPr/>
        <p:txBody>
          <a:bodyPr/>
          <a:lstStyle/>
          <a:p>
            <a:endParaRPr lang="en-US" dirty="0"/>
          </a:p>
        </p:txBody>
      </p:sp>
      <p:sp>
        <p:nvSpPr>
          <p:cNvPr id="4" name="Slide Number Placeholder 3">
            <a:extLst>
              <a:ext uri="{FF2B5EF4-FFF2-40B4-BE49-F238E27FC236}">
                <a16:creationId xmlns:a16="http://schemas.microsoft.com/office/drawing/2014/main" id="{A9E9EE94-4C42-847B-A24C-BB0C72B4D29D}"/>
              </a:ext>
            </a:extLst>
          </p:cNvPr>
          <p:cNvSpPr>
            <a:spLocks noGrp="1"/>
          </p:cNvSpPr>
          <p:nvPr>
            <p:ph type="sldNum" sz="quarter" idx="17"/>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338320761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Content with Picture 1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78872" y="685800"/>
            <a:ext cx="2855064" cy="2972670"/>
          </a:xfrm>
        </p:spPr>
        <p:txBody>
          <a:bodyPr anchor="t">
            <a:normAutofit/>
          </a:bodyPr>
          <a:lstStyle>
            <a:lvl1pPr>
              <a:defRPr sz="2400"/>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678870" y="3942324"/>
            <a:ext cx="2855065" cy="2206578"/>
          </a:xfrm>
          <a:blipFill>
            <a:blip r:embed="rId2">
              <a:alphaModFix amt="60000"/>
              <a:extLst>
                <a:ext uri="{28A0092B-C50C-407E-A947-70E740481C1C}">
                  <a14:useLocalDpi xmlns:a14="http://schemas.microsoft.com/office/drawing/2010/main" val="0"/>
                </a:ext>
              </a:extLst>
            </a:blip>
            <a:srcRect/>
            <a:stretch>
              <a:fillRect l="-18733" r="-18733"/>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4154267" y="687492"/>
            <a:ext cx="7348626" cy="54830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6FBD4A13-0539-3541-39AF-1B480EBA2F2D}"/>
              </a:ext>
            </a:extLst>
          </p:cNvPr>
          <p:cNvSpPr>
            <a:spLocks noGrp="1"/>
          </p:cNvSpPr>
          <p:nvPr>
            <p:ph type="ftr" sz="quarter" idx="16"/>
          </p:nvPr>
        </p:nvSpPr>
        <p:spPr/>
        <p:txBody>
          <a:bodyPr/>
          <a:lstStyle/>
          <a:p>
            <a:endParaRPr lang="en-US" dirty="0"/>
          </a:p>
        </p:txBody>
      </p:sp>
      <p:sp>
        <p:nvSpPr>
          <p:cNvPr id="5" name="Date Placeholder 4">
            <a:extLst>
              <a:ext uri="{FF2B5EF4-FFF2-40B4-BE49-F238E27FC236}">
                <a16:creationId xmlns:a16="http://schemas.microsoft.com/office/drawing/2014/main" id="{FB8ACC0E-954E-D09D-5796-336CDFE59B7E}"/>
              </a:ext>
            </a:extLst>
          </p:cNvPr>
          <p:cNvSpPr>
            <a:spLocks noGrp="1"/>
          </p:cNvSpPr>
          <p:nvPr>
            <p:ph type="dt" sz="half" idx="15"/>
          </p:nvPr>
        </p:nvSpPr>
        <p:spPr/>
        <p:txBody>
          <a:bodyPr/>
          <a:lstStyle/>
          <a:p>
            <a:endParaRPr lang="en-US" dirty="0"/>
          </a:p>
        </p:txBody>
      </p:sp>
      <p:sp>
        <p:nvSpPr>
          <p:cNvPr id="9" name="Slide Number Placeholder 8">
            <a:extLst>
              <a:ext uri="{FF2B5EF4-FFF2-40B4-BE49-F238E27FC236}">
                <a16:creationId xmlns:a16="http://schemas.microsoft.com/office/drawing/2014/main" id="{2AB00B6B-DAF9-BF70-8202-C26BBB5E7434}"/>
              </a:ext>
            </a:extLst>
          </p:cNvPr>
          <p:cNvSpPr>
            <a:spLocks noGrp="1"/>
          </p:cNvSpPr>
          <p:nvPr>
            <p:ph type="sldNum" sz="quarter" idx="17"/>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2092145672"/>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Number Larg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426CE28-2F47-41A4-DF25-8AEC2F9F9580}"/>
              </a:ext>
            </a:extLst>
          </p:cNvPr>
          <p:cNvSpPr>
            <a:spLocks noGrp="1"/>
          </p:cNvSpPr>
          <p:nvPr>
            <p:ph type="title"/>
          </p:nvPr>
        </p:nvSpPr>
        <p:spPr>
          <a:xfrm>
            <a:off x="678872" y="5027214"/>
            <a:ext cx="7620000" cy="1135842"/>
          </a:xfrm>
        </p:spPr>
        <p:txBody>
          <a:bodyPr anchor="t">
            <a:normAutofit/>
          </a:bodyPr>
          <a:lstStyle>
            <a:lvl1pPr>
              <a:defRPr sz="2000"/>
            </a:lvl1pPr>
          </a:lstStyle>
          <a:p>
            <a:r>
              <a:rPr lang="en-US" dirty="0"/>
              <a:t>Click to edit Master title style</a:t>
            </a:r>
          </a:p>
        </p:txBody>
      </p:sp>
      <p:sp>
        <p:nvSpPr>
          <p:cNvPr id="8" name="Content Placeholder 7">
            <a:extLst>
              <a:ext uri="{FF2B5EF4-FFF2-40B4-BE49-F238E27FC236}">
                <a16:creationId xmlns:a16="http://schemas.microsoft.com/office/drawing/2014/main" id="{857B16B5-93A5-3ACF-80AB-6B1967DD6DE4}"/>
              </a:ext>
            </a:extLst>
          </p:cNvPr>
          <p:cNvSpPr>
            <a:spLocks noGrp="1"/>
          </p:cNvSpPr>
          <p:nvPr>
            <p:ph sz="quarter" idx="14" hasCustomPrompt="1"/>
          </p:nvPr>
        </p:nvSpPr>
        <p:spPr>
          <a:xfrm>
            <a:off x="678872" y="2743201"/>
            <a:ext cx="5638800" cy="2284013"/>
          </a:xfrm>
        </p:spPr>
        <p:txBody>
          <a:bodyPr anchor="b"/>
          <a:lstStyle>
            <a:lvl1pPr marL="0" indent="0">
              <a:buNone/>
              <a:defRPr sz="13800"/>
            </a:lvl1pPr>
          </a:lstStyle>
          <a:p>
            <a:pPr lvl="0"/>
            <a:r>
              <a:rPr lang="en-US" dirty="0"/>
              <a:t>##%</a:t>
            </a:r>
          </a:p>
        </p:txBody>
      </p:sp>
    </p:spTree>
    <p:extLst>
      <p:ext uri="{BB962C8B-B14F-4D97-AF65-F5344CB8AC3E}">
        <p14:creationId xmlns:p14="http://schemas.microsoft.com/office/powerpoint/2010/main" val="1626701144"/>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Number Large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6306E-B77F-CE22-FA8C-F08F17B5E9B4}"/>
              </a:ext>
            </a:extLst>
          </p:cNvPr>
          <p:cNvSpPr>
            <a:spLocks noGrp="1"/>
          </p:cNvSpPr>
          <p:nvPr>
            <p:ph type="title"/>
          </p:nvPr>
        </p:nvSpPr>
        <p:spPr>
          <a:xfrm>
            <a:off x="5562600" y="4800600"/>
            <a:ext cx="5943600" cy="1388534"/>
          </a:xfrm>
        </p:spPr>
        <p:txBody>
          <a:bodyPr vert="horz" lIns="91440" tIns="45720" rIns="91440" bIns="45720" rtlCol="0" anchor="t">
            <a:normAutofit/>
          </a:bodyPr>
          <a:lstStyle>
            <a:lvl1pPr algn="r">
              <a:lnSpc>
                <a:spcPct val="110000"/>
              </a:lnSpc>
              <a:defRPr lang="en-US" sz="2000" dirty="0">
                <a:latin typeface="+mn-lt"/>
              </a:defRPr>
            </a:lvl1pPr>
          </a:lstStyle>
          <a:p>
            <a:pPr lvl="0">
              <a:lnSpc>
                <a:spcPct val="110000"/>
              </a:lnSpc>
            </a:pPr>
            <a:r>
              <a:rPr lang="en-US" dirty="0"/>
              <a:t>Click to edit Master title style</a:t>
            </a:r>
          </a:p>
        </p:txBody>
      </p:sp>
      <p:sp>
        <p:nvSpPr>
          <p:cNvPr id="7" name="Content Placeholder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5562601" y="1676400"/>
            <a:ext cx="5943600" cy="3124200"/>
          </a:xfrm>
        </p:spPr>
        <p:txBody>
          <a:bodyPr vert="horz" lIns="91440" tIns="45720" rIns="91440" bIns="45720" rtlCol="0" anchor="b">
            <a:normAutofit/>
          </a:bodyPr>
          <a:lstStyle>
            <a:lvl1pPr marL="0" indent="0" algn="r">
              <a:lnSpc>
                <a:spcPct val="90000"/>
              </a:lnSpc>
              <a:buNone/>
              <a:defRPr lang="en-US" sz="13800" b="0" dirty="0">
                <a:latin typeface="+mj-lt"/>
              </a:defRPr>
            </a:lvl1pPr>
          </a:lstStyle>
          <a:p>
            <a:pPr marL="0" lvl="0" indent="0">
              <a:lnSpc>
                <a:spcPct val="90000"/>
              </a:lnSpc>
              <a:buNone/>
            </a:pPr>
            <a:r>
              <a:rPr lang="en-US" dirty="0"/>
              <a:t>##%</a:t>
            </a:r>
          </a:p>
        </p:txBody>
      </p:sp>
    </p:spTree>
    <p:extLst>
      <p:ext uri="{BB962C8B-B14F-4D97-AF65-F5344CB8AC3E}">
        <p14:creationId xmlns:p14="http://schemas.microsoft.com/office/powerpoint/2010/main" val="3142917485"/>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Number Large 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6306E-B77F-CE22-FA8C-F08F17B5E9B4}"/>
              </a:ext>
            </a:extLst>
          </p:cNvPr>
          <p:cNvSpPr>
            <a:spLocks noGrp="1"/>
          </p:cNvSpPr>
          <p:nvPr>
            <p:ph type="title"/>
          </p:nvPr>
        </p:nvSpPr>
        <p:spPr>
          <a:xfrm>
            <a:off x="1860804" y="4191001"/>
            <a:ext cx="8470392" cy="1762537"/>
          </a:xfrm>
        </p:spPr>
        <p:txBody>
          <a:bodyPr anchor="t">
            <a:normAutofit/>
          </a:bodyPr>
          <a:lstStyle>
            <a:lvl1pPr algn="ctr">
              <a:lnSpc>
                <a:spcPct val="110000"/>
              </a:lnSpc>
              <a:defRPr lang="en-US" sz="2000" b="0" kern="1200" cap="all" spc="600" baseline="0">
                <a:solidFill>
                  <a:schemeClr val="tx1"/>
                </a:solidFill>
                <a:latin typeface="+mn-lt"/>
                <a:ea typeface="+mj-ea"/>
                <a:cs typeface="+mj-cs"/>
              </a:defRPr>
            </a:lvl1pPr>
          </a:lstStyle>
          <a:p>
            <a:r>
              <a:rPr lang="en-US" dirty="0"/>
              <a:t>Click to edit Master title style</a:t>
            </a:r>
          </a:p>
        </p:txBody>
      </p:sp>
      <p:sp>
        <p:nvSpPr>
          <p:cNvPr id="7" name="Content Placeholder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1860804" y="694935"/>
            <a:ext cx="8470392" cy="3496065"/>
          </a:xfrm>
        </p:spPr>
        <p:txBody>
          <a:bodyPr anchor="b">
            <a:normAutofit/>
          </a:bodyPr>
          <a:lstStyle>
            <a:lvl1pPr marL="0" indent="0" algn="ctr">
              <a:lnSpc>
                <a:spcPct val="90000"/>
              </a:lnSpc>
              <a:buNone/>
              <a:defRPr sz="13800" b="0">
                <a:solidFill>
                  <a:schemeClr val="tx1"/>
                </a:solidFill>
                <a:latin typeface="+mj-lt"/>
              </a:defRPr>
            </a:lvl1pPr>
          </a:lstStyle>
          <a:p>
            <a:pPr lvl="0"/>
            <a:r>
              <a:rPr lang="en-US" dirty="0"/>
              <a:t>##%</a:t>
            </a:r>
          </a:p>
        </p:txBody>
      </p:sp>
    </p:spTree>
    <p:extLst>
      <p:ext uri="{BB962C8B-B14F-4D97-AF65-F5344CB8AC3E}">
        <p14:creationId xmlns:p14="http://schemas.microsoft.com/office/powerpoint/2010/main" val="330038625"/>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Statem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lvl1pPr>
              <a:defRPr>
                <a:latin typeface="+mn-lt"/>
              </a:defRPr>
            </a:lvl1p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539147" y="1830774"/>
            <a:ext cx="9113707" cy="3196443"/>
          </a:xfrm>
        </p:spPr>
        <p:txBody>
          <a:bodyPr vert="horz" lIns="91440" tIns="45720" rIns="91440" bIns="45720" rtlCol="0" anchor="ctr">
            <a:normAutofit/>
          </a:bodyPr>
          <a:lstStyle>
            <a:lvl1pPr marL="0" indent="0" algn="ctr">
              <a:lnSpc>
                <a:spcPct val="90000"/>
              </a:lnSpc>
              <a:buNone/>
              <a:defRPr lang="en-US" sz="4000" b="0" cap="all" spc="600" baseline="0" dirty="0">
                <a:ea typeface="+mj-ea"/>
                <a:cs typeface="+mj-cs"/>
              </a:defRPr>
            </a:lvl1pPr>
            <a:lvl2pPr marL="228600" indent="0" algn="ctr">
              <a:lnSpc>
                <a:spcPct val="90000"/>
              </a:lnSpc>
              <a:buNone/>
              <a:defRPr lang="en-US" sz="2000" dirty="0"/>
            </a:lvl2pPr>
            <a:lvl3pPr marL="457200" indent="0" algn="ctr">
              <a:lnSpc>
                <a:spcPct val="90000"/>
              </a:lnSpc>
              <a:buNone/>
              <a:defRPr lang="en-US" sz="2000" dirty="0"/>
            </a:lvl3pPr>
            <a:lvl4pPr marL="685800" indent="0" algn="ctr">
              <a:lnSpc>
                <a:spcPct val="90000"/>
              </a:lnSpc>
              <a:buNone/>
              <a:defRPr lang="en-US" sz="2000" dirty="0"/>
            </a:lvl4pPr>
            <a:lvl5pPr marL="914400" indent="0" algn="ctr">
              <a:lnSpc>
                <a:spcPct val="90000"/>
              </a:lnSpc>
              <a:buNone/>
              <a:defRPr lang="en-US" sz="2000" dirty="0"/>
            </a:lvl5pPr>
          </a:lstStyle>
          <a:p>
            <a:pPr lvl="0">
              <a:spcBef>
                <a:spcPct val="0"/>
              </a:spcBef>
              <a:buNone/>
            </a:pPr>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536873605"/>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Statement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78871" y="1325691"/>
            <a:ext cx="7169728" cy="4837366"/>
          </a:xfrm>
        </p:spPr>
        <p:txBody>
          <a:bodyPr anchor="b">
            <a:normAutofit/>
          </a:bodyPr>
          <a:lstStyle>
            <a:lvl1pPr marL="0" indent="0">
              <a:lnSpc>
                <a:spcPct val="90000"/>
              </a:lnSpc>
              <a:buNone/>
              <a:defRPr lang="en-US" sz="4000" b="0" kern="1200" cap="all" spc="600" baseline="0" dirty="0">
                <a:solidFill>
                  <a:schemeClr val="tx1"/>
                </a:solidFill>
                <a:latin typeface="+mj-lt"/>
                <a:ea typeface="+mj-ea"/>
                <a:cs typeface="+mj-cs"/>
              </a:defRPr>
            </a:lvl1pPr>
            <a:lvl2pPr marL="228600" indent="0">
              <a:lnSpc>
                <a:spcPct val="90000"/>
              </a:lnSpc>
              <a:buNone/>
              <a:defRPr lang="en-US" sz="4000" b="0" kern="1200" cap="all" spc="600" baseline="0" dirty="0">
                <a:solidFill>
                  <a:schemeClr val="tx1"/>
                </a:solidFill>
                <a:latin typeface="+mj-lt"/>
                <a:ea typeface="+mj-ea"/>
                <a:cs typeface="+mj-cs"/>
              </a:defRPr>
            </a:lvl2pPr>
            <a:lvl3pPr marL="457200" indent="0">
              <a:lnSpc>
                <a:spcPct val="90000"/>
              </a:lnSpc>
              <a:buNone/>
              <a:defRPr lang="en-US" sz="4000" b="0" kern="1200" cap="all" spc="600" baseline="0" dirty="0">
                <a:solidFill>
                  <a:schemeClr val="tx1"/>
                </a:solidFill>
                <a:latin typeface="+mj-lt"/>
                <a:ea typeface="+mj-ea"/>
                <a:cs typeface="+mj-cs"/>
              </a:defRPr>
            </a:lvl3pPr>
            <a:lvl4pPr marL="685800" indent="0">
              <a:lnSpc>
                <a:spcPct val="90000"/>
              </a:lnSpc>
              <a:buNone/>
              <a:defRPr lang="en-US" sz="4000" b="0" kern="1200" cap="all" spc="600" baseline="0" dirty="0">
                <a:solidFill>
                  <a:schemeClr val="tx1"/>
                </a:solidFill>
                <a:latin typeface="+mj-lt"/>
                <a:ea typeface="+mj-ea"/>
                <a:cs typeface="+mj-cs"/>
              </a:defRPr>
            </a:lvl4pPr>
            <a:lvl5pPr marL="914400" indent="0">
              <a:lnSpc>
                <a:spcPct val="90000"/>
              </a:lnSpc>
              <a:buNone/>
              <a:defRPr lang="en-US" sz="4000" b="0" kern="1200" cap="all" spc="600" baseline="0" dirty="0">
                <a:solidFill>
                  <a:schemeClr val="tx1"/>
                </a:solidFill>
                <a:latin typeface="+mj-lt"/>
                <a:ea typeface="+mj-ea"/>
                <a:cs typeface="+mj-cs"/>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879013135"/>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Statement 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p>
        </p:txBody>
      </p:sp>
      <p:sp>
        <p:nvSpPr>
          <p:cNvPr id="6" name="Content Placeholder 6">
            <a:extLst>
              <a:ext uri="{FF2B5EF4-FFF2-40B4-BE49-F238E27FC236}">
                <a16:creationId xmlns:a16="http://schemas.microsoft.com/office/drawing/2014/main" id="{2A9D377F-07AE-65AF-821F-A5C0F12804B3}"/>
              </a:ext>
            </a:extLst>
          </p:cNvPr>
          <p:cNvSpPr>
            <a:spLocks noGrp="1"/>
          </p:cNvSpPr>
          <p:nvPr>
            <p:ph sz="quarter" idx="13" hasCustomPrompt="1"/>
          </p:nvPr>
        </p:nvSpPr>
        <p:spPr>
          <a:xfrm>
            <a:off x="678871" y="720332"/>
            <a:ext cx="6702552" cy="4306886"/>
          </a:xfrm>
        </p:spPr>
        <p:txBody>
          <a:bodyPr anchor="t">
            <a:normAutofit/>
          </a:bodyPr>
          <a:lstStyle>
            <a:lvl1pPr marL="0" indent="0">
              <a:lnSpc>
                <a:spcPct val="90000"/>
              </a:lnSpc>
              <a:buNone/>
              <a:defRPr lang="en-US" sz="4000" b="0" kern="1200" cap="all" spc="600" baseline="0" dirty="0">
                <a:solidFill>
                  <a:schemeClr val="tx1"/>
                </a:solidFill>
                <a:latin typeface="+mj-lt"/>
                <a:ea typeface="+mj-ea"/>
                <a:cs typeface="+mj-cs"/>
              </a:defRPr>
            </a:lvl1pPr>
            <a:lvl2pPr marL="228600" indent="0">
              <a:lnSpc>
                <a:spcPct val="90000"/>
              </a:lnSpc>
              <a:buNone/>
              <a:defRPr lang="en-US" sz="4000" b="0" kern="1200" cap="all" spc="600" baseline="0" dirty="0">
                <a:solidFill>
                  <a:schemeClr val="tx1"/>
                </a:solidFill>
                <a:latin typeface="+mj-lt"/>
                <a:ea typeface="+mj-ea"/>
                <a:cs typeface="+mj-cs"/>
              </a:defRPr>
            </a:lvl2pPr>
            <a:lvl3pPr marL="457200" indent="0">
              <a:lnSpc>
                <a:spcPct val="90000"/>
              </a:lnSpc>
              <a:buNone/>
              <a:defRPr lang="en-US" sz="4000" b="0" kern="1200" cap="all" spc="600" baseline="0" dirty="0">
                <a:solidFill>
                  <a:schemeClr val="tx1"/>
                </a:solidFill>
                <a:latin typeface="+mj-lt"/>
                <a:ea typeface="+mj-ea"/>
                <a:cs typeface="+mj-cs"/>
              </a:defRPr>
            </a:lvl3pPr>
            <a:lvl4pPr marL="685800" indent="0">
              <a:lnSpc>
                <a:spcPct val="90000"/>
              </a:lnSpc>
              <a:buNone/>
              <a:defRPr lang="en-US" sz="4000" b="0" kern="1200" cap="all" spc="600" baseline="0" dirty="0">
                <a:solidFill>
                  <a:schemeClr val="tx1"/>
                </a:solidFill>
                <a:latin typeface="+mj-lt"/>
                <a:ea typeface="+mj-ea"/>
                <a:cs typeface="+mj-cs"/>
              </a:defRPr>
            </a:lvl4pPr>
            <a:lvl5pPr marL="914400" indent="0">
              <a:lnSpc>
                <a:spcPct val="90000"/>
              </a:lnSpc>
              <a:buNone/>
              <a:defRPr lang="en-US" sz="4000" b="0" kern="1200" cap="all" spc="600" baseline="0" dirty="0">
                <a:solidFill>
                  <a:schemeClr val="tx1"/>
                </a:solidFill>
                <a:latin typeface="+mj-lt"/>
                <a:ea typeface="+mj-ea"/>
                <a:cs typeface="+mj-cs"/>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534168827"/>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Quot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5105400" y="5440680"/>
            <a:ext cx="6400800" cy="640080"/>
          </a:xfrm>
        </p:spPr>
        <p:txBody>
          <a:bodyPr anchor="ctr">
            <a:normAutofit/>
          </a:bodyPr>
          <a:lstStyle>
            <a:lvl1pPr algn="r">
              <a:lnSpc>
                <a:spcPct val="120000"/>
              </a:lnSpc>
              <a:defRPr sz="1600" spc="0">
                <a:solidFill>
                  <a:schemeClr val="tx1"/>
                </a:solidFill>
                <a:latin typeface="+mn-lt"/>
              </a:defRPr>
            </a:lvl1pPr>
          </a:lstStyle>
          <a:p>
            <a:r>
              <a:rPr lang="en-US" dirty="0"/>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5105400" y="1600200"/>
            <a:ext cx="6400800" cy="3332480"/>
          </a:xfrm>
        </p:spPr>
        <p:txBody>
          <a:bodyPr anchor="b">
            <a:normAutofit/>
          </a:bodyPr>
          <a:lstStyle>
            <a:lvl1pPr marL="164592" indent="-164592" algn="r">
              <a:lnSpc>
                <a:spcPct val="100000"/>
              </a:lnSpc>
              <a:spcBef>
                <a:spcPts val="0"/>
              </a:spcBef>
              <a:buNone/>
              <a:defRPr sz="4800">
                <a:latin typeface="+mj-lt"/>
              </a:defRPr>
            </a:lvl1pPr>
          </a:lstStyle>
          <a:p>
            <a:pPr lvl="0"/>
            <a:r>
              <a:rPr lang="en-US" dirty="0"/>
              <a:t>Click to add Quote</a:t>
            </a:r>
          </a:p>
        </p:txBody>
      </p:sp>
    </p:spTree>
    <p:extLst>
      <p:ext uri="{BB962C8B-B14F-4D97-AF65-F5344CB8AC3E}">
        <p14:creationId xmlns:p14="http://schemas.microsoft.com/office/powerpoint/2010/main" val="2910486396"/>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Quote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3A93739-F149-35A6-ADA9-A0193DD6D4F2}"/>
              </a:ext>
            </a:extLst>
          </p:cNvPr>
          <p:cNvSpPr>
            <a:spLocks noGrp="1"/>
          </p:cNvSpPr>
          <p:nvPr>
            <p:ph type="title" hasCustomPrompt="1"/>
          </p:nvPr>
        </p:nvSpPr>
        <p:spPr>
          <a:xfrm>
            <a:off x="678872" y="5440354"/>
            <a:ext cx="5102352" cy="669472"/>
          </a:xfrm>
        </p:spPr>
        <p:txBody>
          <a:bodyPr anchor="ctr"/>
          <a:lstStyle>
            <a:lvl1pPr>
              <a:lnSpc>
                <a:spcPct val="120000"/>
              </a:lnSpc>
              <a:defRPr sz="1600" spc="0" baseline="0"/>
            </a:lvl1pPr>
          </a:lstStyle>
          <a:p>
            <a:r>
              <a:rPr lang="en-US" dirty="0"/>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678872" y="914400"/>
            <a:ext cx="5102352" cy="4206240"/>
          </a:xfrm>
        </p:spPr>
        <p:txBody>
          <a:bodyPr anchor="b">
            <a:normAutofit/>
          </a:bodyPr>
          <a:lstStyle>
            <a:lvl1pPr marL="0" indent="0">
              <a:lnSpc>
                <a:spcPct val="100000"/>
              </a:lnSpc>
              <a:spcBef>
                <a:spcPts val="0"/>
              </a:spcBef>
              <a:buNone/>
              <a:defRPr sz="4800">
                <a:latin typeface="+mj-lt"/>
              </a:defRPr>
            </a:lvl1pPr>
          </a:lstStyle>
          <a:p>
            <a:pPr lvl="0"/>
            <a:r>
              <a:rPr lang="en-US" dirty="0"/>
              <a:t>Click to add Quote</a:t>
            </a:r>
          </a:p>
        </p:txBody>
      </p:sp>
    </p:spTree>
    <p:extLst>
      <p:ext uri="{BB962C8B-B14F-4D97-AF65-F5344CB8AC3E}">
        <p14:creationId xmlns:p14="http://schemas.microsoft.com/office/powerpoint/2010/main" val="254824891"/>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Quote 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F943EF64-B72A-842D-443E-85E51FB9C0C7}"/>
              </a:ext>
            </a:extLst>
          </p:cNvPr>
          <p:cNvSpPr>
            <a:spLocks noGrp="1"/>
          </p:cNvSpPr>
          <p:nvPr>
            <p:ph type="title" hasCustomPrompt="1"/>
          </p:nvPr>
        </p:nvSpPr>
        <p:spPr>
          <a:xfrm>
            <a:off x="2895600" y="4602480"/>
            <a:ext cx="6400800" cy="640080"/>
          </a:xfrm>
        </p:spPr>
        <p:txBody>
          <a:bodyPr anchor="ctr">
            <a:normAutofit/>
          </a:bodyPr>
          <a:lstStyle>
            <a:lvl1pPr algn="ctr">
              <a:lnSpc>
                <a:spcPct val="120000"/>
              </a:lnSpc>
              <a:defRPr sz="1600" spc="0">
                <a:solidFill>
                  <a:schemeClr val="tx1"/>
                </a:solidFill>
                <a:latin typeface="+mn-lt"/>
              </a:defRPr>
            </a:lvl1pPr>
          </a:lstStyle>
          <a:p>
            <a:r>
              <a:rPr lang="en-US" dirty="0"/>
              <a:t>Quote Author</a:t>
            </a:r>
          </a:p>
        </p:txBody>
      </p:sp>
      <p:sp>
        <p:nvSpPr>
          <p:cNvPr id="4" name="Content Placeholder 6">
            <a:extLst>
              <a:ext uri="{FF2B5EF4-FFF2-40B4-BE49-F238E27FC236}">
                <a16:creationId xmlns:a16="http://schemas.microsoft.com/office/drawing/2014/main" id="{0648D1EC-4439-0A29-775B-BBF446B5FEC6}"/>
              </a:ext>
            </a:extLst>
          </p:cNvPr>
          <p:cNvSpPr>
            <a:spLocks noGrp="1"/>
          </p:cNvSpPr>
          <p:nvPr>
            <p:ph sz="quarter" idx="13" hasCustomPrompt="1"/>
          </p:nvPr>
        </p:nvSpPr>
        <p:spPr>
          <a:xfrm>
            <a:off x="1466850" y="1143000"/>
            <a:ext cx="9258300" cy="2951480"/>
          </a:xfrm>
        </p:spPr>
        <p:txBody>
          <a:bodyPr anchor="b">
            <a:normAutofit/>
          </a:bodyPr>
          <a:lstStyle>
            <a:lvl1pPr marL="164592" indent="-164592" algn="ctr">
              <a:lnSpc>
                <a:spcPct val="100000"/>
              </a:lnSpc>
              <a:spcBef>
                <a:spcPts val="0"/>
              </a:spcBef>
              <a:buNone/>
              <a:defRPr sz="4800">
                <a:latin typeface="+mj-lt"/>
              </a:defRPr>
            </a:lvl1pPr>
          </a:lstStyle>
          <a:p>
            <a:pPr lvl="0"/>
            <a:r>
              <a:rPr lang="en-US" dirty="0"/>
              <a:t>Click to add Quote</a:t>
            </a:r>
          </a:p>
        </p:txBody>
      </p:sp>
    </p:spTree>
    <p:extLst>
      <p:ext uri="{BB962C8B-B14F-4D97-AF65-F5344CB8AC3E}">
        <p14:creationId xmlns:p14="http://schemas.microsoft.com/office/powerpoint/2010/main" val="1970960093"/>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1C948E0A-DAAD-770F-21DF-99504CDB6948}"/>
              </a:ext>
            </a:extLst>
          </p:cNvPr>
          <p:cNvSpPr>
            <a:spLocks noGrp="1"/>
          </p:cNvSpPr>
          <p:nvPr>
            <p:ph type="title"/>
          </p:nvPr>
        </p:nvSpPr>
        <p:spPr>
          <a:xfrm>
            <a:off x="678871" y="694932"/>
            <a:ext cx="10827330" cy="985966"/>
          </a:xfrm>
        </p:spPr>
        <p:txBody>
          <a:bodyPr anchor="t"/>
          <a:lstStyle/>
          <a:p>
            <a:r>
              <a:rPr lang="en-US"/>
              <a:t>Click to edit Master title style</a:t>
            </a:r>
          </a:p>
        </p:txBody>
      </p:sp>
      <p:sp>
        <p:nvSpPr>
          <p:cNvPr id="4" name="Content Placeholder 3">
            <a:extLst>
              <a:ext uri="{FF2B5EF4-FFF2-40B4-BE49-F238E27FC236}">
                <a16:creationId xmlns:a16="http://schemas.microsoft.com/office/drawing/2014/main" id="{6627D5A5-84C3-7EDE-A8EB-2DE057DE46AB}"/>
              </a:ext>
            </a:extLst>
          </p:cNvPr>
          <p:cNvSpPr>
            <a:spLocks noGrp="1"/>
          </p:cNvSpPr>
          <p:nvPr>
            <p:ph sz="quarter" idx="15"/>
          </p:nvPr>
        </p:nvSpPr>
        <p:spPr>
          <a:xfrm>
            <a:off x="686122" y="2057399"/>
            <a:ext cx="5140007" cy="41195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9">
            <a:extLst>
              <a:ext uri="{FF2B5EF4-FFF2-40B4-BE49-F238E27FC236}">
                <a16:creationId xmlns:a16="http://schemas.microsoft.com/office/drawing/2014/main" id="{D54150AE-A7C6-D328-35D7-F5B840930E3B}"/>
              </a:ext>
            </a:extLst>
          </p:cNvPr>
          <p:cNvSpPr>
            <a:spLocks noGrp="1"/>
          </p:cNvSpPr>
          <p:nvPr>
            <p:ph sz="quarter" idx="16"/>
          </p:nvPr>
        </p:nvSpPr>
        <p:spPr>
          <a:xfrm>
            <a:off x="6365872" y="2057399"/>
            <a:ext cx="5140328" cy="41195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CFEA833E-541C-85C6-BF1E-EC605C8F4B39}"/>
              </a:ext>
            </a:extLst>
          </p:cNvPr>
          <p:cNvSpPr>
            <a:spLocks noGrp="1"/>
          </p:cNvSpPr>
          <p:nvPr>
            <p:ph type="ftr" sz="quarter" idx="18"/>
          </p:nvPr>
        </p:nvSpPr>
        <p:spPr/>
        <p:txBody>
          <a:bodyPr/>
          <a:lstStyle/>
          <a:p>
            <a:endParaRPr lang="en-US" dirty="0"/>
          </a:p>
        </p:txBody>
      </p:sp>
      <p:sp>
        <p:nvSpPr>
          <p:cNvPr id="2" name="Date Placeholder 1">
            <a:extLst>
              <a:ext uri="{FF2B5EF4-FFF2-40B4-BE49-F238E27FC236}">
                <a16:creationId xmlns:a16="http://schemas.microsoft.com/office/drawing/2014/main" id="{F14C70C3-D6A0-EE88-649F-33534359824B}"/>
              </a:ext>
            </a:extLst>
          </p:cNvPr>
          <p:cNvSpPr>
            <a:spLocks noGrp="1"/>
          </p:cNvSpPr>
          <p:nvPr>
            <p:ph type="dt" sz="half" idx="17"/>
          </p:nvPr>
        </p:nvSpPr>
        <p:spPr/>
        <p:txBody>
          <a:bodyPr/>
          <a:lstStyle/>
          <a:p>
            <a:endParaRPr lang="en-US" dirty="0"/>
          </a:p>
        </p:txBody>
      </p:sp>
      <p:sp>
        <p:nvSpPr>
          <p:cNvPr id="6" name="Slide Number Placeholder 5">
            <a:extLst>
              <a:ext uri="{FF2B5EF4-FFF2-40B4-BE49-F238E27FC236}">
                <a16:creationId xmlns:a16="http://schemas.microsoft.com/office/drawing/2014/main" id="{05795649-E940-A4B1-5901-B56C3AF3CD31}"/>
              </a:ext>
            </a:extLst>
          </p:cNvPr>
          <p:cNvSpPr>
            <a:spLocks noGrp="1"/>
          </p:cNvSpPr>
          <p:nvPr>
            <p:ph type="sldNum" sz="quarter" idx="19"/>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388124193"/>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1B7E0276-8109-589D-7633-DD4218D7AD4D}"/>
              </a:ext>
            </a:extLst>
          </p:cNvPr>
          <p:cNvSpPr>
            <a:spLocks noGrp="1"/>
          </p:cNvSpPr>
          <p:nvPr>
            <p:ph type="title"/>
          </p:nvPr>
        </p:nvSpPr>
        <p:spPr>
          <a:xfrm>
            <a:off x="678870" y="694932"/>
            <a:ext cx="10827329" cy="985966"/>
          </a:xfrm>
        </p:spPr>
        <p:txBody>
          <a:bodyPr anchor="t"/>
          <a:lstStyle/>
          <a:p>
            <a:r>
              <a:rPr lang="en-US"/>
              <a:t>Click to edit Master title style</a:t>
            </a:r>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678870" y="1954766"/>
            <a:ext cx="5147410" cy="559834"/>
          </a:xfrm>
        </p:spPr>
        <p:txBody>
          <a:bodyPr anchor="b">
            <a:normAutofit/>
          </a:bodyPr>
          <a:lstStyle>
            <a:lvl1pPr marL="0" indent="0">
              <a:lnSpc>
                <a:spcPct val="90000"/>
              </a:lnSpc>
              <a:buNone/>
              <a:defRPr sz="16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365774" y="1954766"/>
            <a:ext cx="5141914" cy="559834"/>
          </a:xfrm>
        </p:spPr>
        <p:txBody>
          <a:bodyPr anchor="b">
            <a:normAutofit/>
          </a:bodyPr>
          <a:lstStyle>
            <a:lvl1pPr marL="0" indent="0">
              <a:lnSpc>
                <a:spcPct val="90000"/>
              </a:lnSpc>
              <a:buNone/>
              <a:defRPr sz="16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Content Placeholder 3">
            <a:extLst>
              <a:ext uri="{FF2B5EF4-FFF2-40B4-BE49-F238E27FC236}">
                <a16:creationId xmlns:a16="http://schemas.microsoft.com/office/drawing/2014/main" id="{068456CB-E141-4FD9-87C3-ECEBF8A7D9A1}"/>
              </a:ext>
            </a:extLst>
          </p:cNvPr>
          <p:cNvSpPr>
            <a:spLocks noGrp="1"/>
          </p:cNvSpPr>
          <p:nvPr>
            <p:ph sz="quarter" idx="15"/>
          </p:nvPr>
        </p:nvSpPr>
        <p:spPr>
          <a:xfrm>
            <a:off x="680459" y="2788468"/>
            <a:ext cx="5145670" cy="33884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9">
            <a:extLst>
              <a:ext uri="{FF2B5EF4-FFF2-40B4-BE49-F238E27FC236}">
                <a16:creationId xmlns:a16="http://schemas.microsoft.com/office/drawing/2014/main" id="{48C7E4C7-BE12-E106-3871-9FD922E346B3}"/>
              </a:ext>
            </a:extLst>
          </p:cNvPr>
          <p:cNvSpPr>
            <a:spLocks noGrp="1"/>
          </p:cNvSpPr>
          <p:nvPr>
            <p:ph sz="quarter" idx="16"/>
          </p:nvPr>
        </p:nvSpPr>
        <p:spPr>
          <a:xfrm>
            <a:off x="6365871" y="2788468"/>
            <a:ext cx="5140177" cy="33884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4F60D6F2-E303-8711-DD86-38797649A730}"/>
              </a:ext>
            </a:extLst>
          </p:cNvPr>
          <p:cNvSpPr>
            <a:spLocks noGrp="1"/>
          </p:cNvSpPr>
          <p:nvPr>
            <p:ph type="ftr" sz="quarter" idx="18"/>
          </p:nvPr>
        </p:nvSpPr>
        <p:spPr/>
        <p:txBody>
          <a:bodyPr/>
          <a:lstStyle/>
          <a:p>
            <a:endParaRPr lang="en-US" dirty="0"/>
          </a:p>
        </p:txBody>
      </p:sp>
      <p:sp>
        <p:nvSpPr>
          <p:cNvPr id="2" name="Date Placeholder 1">
            <a:extLst>
              <a:ext uri="{FF2B5EF4-FFF2-40B4-BE49-F238E27FC236}">
                <a16:creationId xmlns:a16="http://schemas.microsoft.com/office/drawing/2014/main" id="{7C3E9AFB-293B-FDFA-726C-92E53E70E9AF}"/>
              </a:ext>
            </a:extLst>
          </p:cNvPr>
          <p:cNvSpPr>
            <a:spLocks noGrp="1"/>
          </p:cNvSpPr>
          <p:nvPr>
            <p:ph type="dt" sz="half" idx="17"/>
          </p:nvPr>
        </p:nvSpPr>
        <p:spPr/>
        <p:txBody>
          <a:bodyPr/>
          <a:lstStyle/>
          <a:p>
            <a:endParaRPr lang="en-US" dirty="0"/>
          </a:p>
        </p:txBody>
      </p:sp>
      <p:sp>
        <p:nvSpPr>
          <p:cNvPr id="6" name="Slide Number Placeholder 5">
            <a:extLst>
              <a:ext uri="{FF2B5EF4-FFF2-40B4-BE49-F238E27FC236}">
                <a16:creationId xmlns:a16="http://schemas.microsoft.com/office/drawing/2014/main" id="{365AF8AA-F8D4-60EA-F11A-6775234BA521}"/>
              </a:ext>
            </a:extLst>
          </p:cNvPr>
          <p:cNvSpPr>
            <a:spLocks noGrp="1"/>
          </p:cNvSpPr>
          <p:nvPr>
            <p:ph type="sldNum" sz="quarter" idx="19"/>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2098296564"/>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55A025B8-8BA0-89AA-4360-51FBAF2B224B}"/>
              </a:ext>
            </a:extLst>
          </p:cNvPr>
          <p:cNvSpPr>
            <a:spLocks noGrp="1"/>
          </p:cNvSpPr>
          <p:nvPr>
            <p:ph type="title"/>
          </p:nvPr>
        </p:nvSpPr>
        <p:spPr>
          <a:xfrm>
            <a:off x="678872" y="694932"/>
            <a:ext cx="10827328" cy="985966"/>
          </a:xfrm>
        </p:spPr>
        <p:txBody>
          <a:bodyPr anchor="t"/>
          <a:lstStyle/>
          <a:p>
            <a:r>
              <a:rPr lang="en-US"/>
              <a:t>Click to edit Master title style</a:t>
            </a:r>
          </a:p>
        </p:txBody>
      </p:sp>
      <p:sp>
        <p:nvSpPr>
          <p:cNvPr id="3" name="Footer Placeholder 2">
            <a:extLst>
              <a:ext uri="{FF2B5EF4-FFF2-40B4-BE49-F238E27FC236}">
                <a16:creationId xmlns:a16="http://schemas.microsoft.com/office/drawing/2014/main" id="{BAC59BD1-7576-196A-D571-FD57E7190429}"/>
              </a:ext>
            </a:extLst>
          </p:cNvPr>
          <p:cNvSpPr>
            <a:spLocks noGrp="1"/>
          </p:cNvSpPr>
          <p:nvPr>
            <p:ph type="ftr" sz="quarter" idx="11"/>
          </p:nvPr>
        </p:nvSpPr>
        <p:spPr/>
        <p:txBody>
          <a:bodyPr/>
          <a:lstStyle/>
          <a:p>
            <a:endParaRPr lang="en-US" dirty="0"/>
          </a:p>
        </p:txBody>
      </p:sp>
      <p:sp>
        <p:nvSpPr>
          <p:cNvPr id="2" name="Date Placeholder 1">
            <a:extLst>
              <a:ext uri="{FF2B5EF4-FFF2-40B4-BE49-F238E27FC236}">
                <a16:creationId xmlns:a16="http://schemas.microsoft.com/office/drawing/2014/main" id="{D684E8B1-4F38-9B1B-6424-6BC2452D4DE6}"/>
              </a:ext>
            </a:extLst>
          </p:cNvPr>
          <p:cNvSpPr>
            <a:spLocks noGrp="1"/>
          </p:cNvSpPr>
          <p:nvPr>
            <p:ph type="dt" sz="half" idx="10"/>
          </p:nvPr>
        </p:nvSpPr>
        <p:spPr/>
        <p:txBody>
          <a:bodyPr/>
          <a:lstStyle/>
          <a:p>
            <a:endParaRPr lang="en-US" dirty="0"/>
          </a:p>
        </p:txBody>
      </p:sp>
      <p:sp>
        <p:nvSpPr>
          <p:cNvPr id="4" name="Slide Number Placeholder 3">
            <a:extLst>
              <a:ext uri="{FF2B5EF4-FFF2-40B4-BE49-F238E27FC236}">
                <a16:creationId xmlns:a16="http://schemas.microsoft.com/office/drawing/2014/main" id="{2004E196-21CE-CE9F-7563-03912CCB4D69}"/>
              </a:ext>
            </a:extLst>
          </p:cNvPr>
          <p:cNvSpPr>
            <a:spLocks noGrp="1"/>
          </p:cNvSpPr>
          <p:nvPr>
            <p:ph type="sldNum" sz="quarter" idx="12"/>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1753839242"/>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15B9ECF3-58F8-D0BC-147E-E4CFB4923C49}"/>
              </a:ext>
            </a:extLst>
          </p:cNvPr>
          <p:cNvSpPr>
            <a:spLocks noGrp="1"/>
          </p:cNvSpPr>
          <p:nvPr>
            <p:ph type="ftr" sz="quarter" idx="11"/>
          </p:nvPr>
        </p:nvSpPr>
        <p:spPr/>
        <p:txBody>
          <a:bodyPr/>
          <a:lstStyle/>
          <a:p>
            <a:endParaRPr lang="en-US" dirty="0"/>
          </a:p>
        </p:txBody>
      </p:sp>
      <p:sp>
        <p:nvSpPr>
          <p:cNvPr id="2" name="Date Placeholder 1">
            <a:extLst>
              <a:ext uri="{FF2B5EF4-FFF2-40B4-BE49-F238E27FC236}">
                <a16:creationId xmlns:a16="http://schemas.microsoft.com/office/drawing/2014/main" id="{5C939631-83CC-B848-B327-B33DAF5AF158}"/>
              </a:ext>
            </a:extLst>
          </p:cNvPr>
          <p:cNvSpPr>
            <a:spLocks noGrp="1"/>
          </p:cNvSpPr>
          <p:nvPr>
            <p:ph type="dt" sz="half" idx="10"/>
          </p:nvPr>
        </p:nvSpPr>
        <p:spPr/>
        <p:txBody>
          <a:bodyPr/>
          <a:lstStyle/>
          <a:p>
            <a:endParaRPr lang="en-US" dirty="0"/>
          </a:p>
        </p:txBody>
      </p:sp>
      <p:sp>
        <p:nvSpPr>
          <p:cNvPr id="4" name="Slide Number Placeholder 3">
            <a:extLst>
              <a:ext uri="{FF2B5EF4-FFF2-40B4-BE49-F238E27FC236}">
                <a16:creationId xmlns:a16="http://schemas.microsoft.com/office/drawing/2014/main" id="{68070C40-BA47-C8B9-46F3-E3616FAC2C2C}"/>
              </a:ext>
            </a:extLst>
          </p:cNvPr>
          <p:cNvSpPr>
            <a:spLocks noGrp="1"/>
          </p:cNvSpPr>
          <p:nvPr>
            <p:ph type="sldNum" sz="quarter" idx="12"/>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709788628"/>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685802" y="685800"/>
            <a:ext cx="3962398" cy="1616185"/>
          </a:xfrm>
        </p:spPr>
        <p:txBody>
          <a:bodyPr anchor="t">
            <a:normAutofit/>
          </a:bodyPr>
          <a:lstStyle>
            <a:lvl1pPr>
              <a:defRPr sz="2400"/>
            </a:lvl1pPr>
          </a:lstStyle>
          <a:p>
            <a:r>
              <a:rPr lang="en-US"/>
              <a:t>Click to edit Master title style</a:t>
            </a:r>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685801" y="2590800"/>
            <a:ext cx="3962399" cy="3572257"/>
          </a:xfrm>
        </p:spPr>
        <p:txBody>
          <a:bodyPr anchor="t">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5134708" y="685800"/>
            <a:ext cx="6371491" cy="5468121"/>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456206531"/>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678871" y="685800"/>
            <a:ext cx="4242643" cy="1624931"/>
          </a:xfrm>
        </p:spPr>
        <p:txBody>
          <a:bodyPr anchor="t">
            <a:normAutofit/>
          </a:bodyPr>
          <a:lstStyle>
            <a:lvl1pPr>
              <a:defRPr sz="2800"/>
            </a:lvl1pPr>
          </a:lstStyle>
          <a:p>
            <a:r>
              <a:rPr lang="en-US"/>
              <a:t>Click to edit Master title style</a:t>
            </a:r>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680679" y="2826137"/>
            <a:ext cx="4230787" cy="3336920"/>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Picture Placeholder 2">
            <a:extLst>
              <a:ext uri="{FF2B5EF4-FFF2-40B4-BE49-F238E27FC236}">
                <a16:creationId xmlns:a16="http://schemas.microsoft.com/office/drawing/2014/main" id="{9571C769-CEC8-962A-01E6-15B0E056791E}"/>
              </a:ext>
            </a:extLst>
          </p:cNvPr>
          <p:cNvSpPr>
            <a:spLocks noGrp="1"/>
          </p:cNvSpPr>
          <p:nvPr>
            <p:ph type="pic" idx="1" hasCustomPrompt="1"/>
          </p:nvPr>
        </p:nvSpPr>
        <p:spPr>
          <a:xfrm>
            <a:off x="5340483" y="698756"/>
            <a:ext cx="6165717" cy="5442639"/>
          </a:xfrm>
          <a:blipFill>
            <a:blip r:embed="rId2">
              <a:alphaModFix amt="60000"/>
              <a:extLst>
                <a:ext uri="{28A0092B-C50C-407E-A947-70E740481C1C}">
                  <a14:useLocalDpi xmlns:a14="http://schemas.microsoft.com/office/drawing/2010/main" val="0"/>
                </a:ext>
              </a:extLst>
            </a:blip>
            <a:srcRect/>
            <a:stretch>
              <a:fillRect l="-28837" r="-28837"/>
            </a:stretch>
          </a:blipFill>
        </p:spPr>
        <p:txBody>
          <a:bodyPr>
            <a:normAutofit/>
          </a:bodyPr>
          <a:lstStyle>
            <a:lvl1pPr marL="0" indent="0">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   </a:t>
            </a:r>
          </a:p>
        </p:txBody>
      </p:sp>
    </p:spTree>
    <p:extLst>
      <p:ext uri="{BB962C8B-B14F-4D97-AF65-F5344CB8AC3E}">
        <p14:creationId xmlns:p14="http://schemas.microsoft.com/office/powerpoint/2010/main" val="132774805"/>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Conclusi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78871" y="685800"/>
            <a:ext cx="5417129" cy="1819664"/>
          </a:xfrm>
        </p:spPr>
        <p:txBody>
          <a:bodyPr anchor="t">
            <a:noAutofit/>
          </a:bodyPr>
          <a:lstStyle>
            <a:lvl1pPr>
              <a:defRPr sz="2800"/>
            </a:lvl1pPr>
          </a:lstStyle>
          <a:p>
            <a:r>
              <a:rPr lang="en-US"/>
              <a:t>Click to edit Master title style</a:t>
            </a:r>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678871" y="3276599"/>
            <a:ext cx="10827329" cy="2886457"/>
          </a:xfrm>
        </p:spPr>
        <p:txBody>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B6179F71-BB04-AC80-5A43-4718DF5050BB}"/>
              </a:ext>
            </a:extLst>
          </p:cNvPr>
          <p:cNvSpPr>
            <a:spLocks noGrp="1"/>
          </p:cNvSpPr>
          <p:nvPr>
            <p:ph type="ftr" sz="quarter" idx="15"/>
          </p:nvPr>
        </p:nvSpPr>
        <p:spPr/>
        <p:txBody>
          <a:bodyPr/>
          <a:lstStyle/>
          <a:p>
            <a:endParaRPr lang="en-US" dirty="0"/>
          </a:p>
        </p:txBody>
      </p:sp>
      <p:sp>
        <p:nvSpPr>
          <p:cNvPr id="3" name="Date Placeholder 2">
            <a:extLst>
              <a:ext uri="{FF2B5EF4-FFF2-40B4-BE49-F238E27FC236}">
                <a16:creationId xmlns:a16="http://schemas.microsoft.com/office/drawing/2014/main" id="{B2C1D9A8-162F-30DE-21D0-F531C2AC38B5}"/>
              </a:ext>
            </a:extLst>
          </p:cNvPr>
          <p:cNvSpPr>
            <a:spLocks noGrp="1"/>
          </p:cNvSpPr>
          <p:nvPr>
            <p:ph type="dt" sz="half" idx="14"/>
          </p:nvPr>
        </p:nvSpPr>
        <p:spPr/>
        <p:txBody>
          <a:bodyPr/>
          <a:lstStyle/>
          <a:p>
            <a:endParaRPr lang="en-US" dirty="0"/>
          </a:p>
        </p:txBody>
      </p:sp>
      <p:sp>
        <p:nvSpPr>
          <p:cNvPr id="5" name="Slide Number Placeholder 4">
            <a:extLst>
              <a:ext uri="{FF2B5EF4-FFF2-40B4-BE49-F238E27FC236}">
                <a16:creationId xmlns:a16="http://schemas.microsoft.com/office/drawing/2014/main" id="{91903FBD-DD44-33D2-4C38-3C6BF9FB5E01}"/>
              </a:ext>
            </a:extLst>
          </p:cNvPr>
          <p:cNvSpPr>
            <a:spLocks noGrp="1"/>
          </p:cNvSpPr>
          <p:nvPr>
            <p:ph type="sldNum" sz="quarter" idx="16"/>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985934599"/>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Conclusion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78871" y="706305"/>
            <a:ext cx="6370507" cy="1842020"/>
          </a:xfrm>
        </p:spPr>
        <p:txBody>
          <a:bodyPr anchor="b">
            <a:noAutofit/>
          </a:bodyPr>
          <a:lstStyle>
            <a:lvl1pPr>
              <a:defRPr sz="2800"/>
            </a:lvl1pPr>
          </a:lstStyle>
          <a:p>
            <a:r>
              <a:rPr lang="en-US"/>
              <a:t>Click to edit Master title style</a:t>
            </a:r>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678871" y="2701660"/>
            <a:ext cx="6370507" cy="2325557"/>
          </a:xfrm>
        </p:spPr>
        <p:txBody>
          <a:bodyPr>
            <a:normAutofit/>
          </a:bodyPr>
          <a:lstStyle>
            <a:lvl1pPr marL="0" indent="0">
              <a:buNone/>
              <a:defRPr sz="1800"/>
            </a:lvl1pPr>
            <a:lvl2pPr marL="228600" indent="0">
              <a:buNone/>
              <a:defRPr sz="1600"/>
            </a:lvl2pPr>
            <a:lvl3pPr marL="457200" indent="0">
              <a:buNone/>
              <a:defRPr sz="1400"/>
            </a:lvl3pPr>
            <a:lvl4pPr marL="685800" indent="0">
              <a:buNone/>
              <a:defRPr sz="1400"/>
            </a:lvl4pPr>
            <a:lvl5pPr marL="914400" indent="0">
              <a:buNone/>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3">
            <a:extLst>
              <a:ext uri="{FF2B5EF4-FFF2-40B4-BE49-F238E27FC236}">
                <a16:creationId xmlns:a16="http://schemas.microsoft.com/office/drawing/2014/main" id="{09DDBCCE-CCAB-448A-1E13-595ADE9E2A88}"/>
              </a:ext>
            </a:extLst>
          </p:cNvPr>
          <p:cNvSpPr>
            <a:spLocks noGrp="1"/>
          </p:cNvSpPr>
          <p:nvPr>
            <p:ph type="dt" sz="half" idx="2"/>
          </p:nvPr>
        </p:nvSpPr>
        <p:spPr>
          <a:xfrm>
            <a:off x="6181252" y="6343955"/>
            <a:ext cx="2202644" cy="365125"/>
          </a:xfrm>
          <a:prstGeom prst="rect">
            <a:avLst/>
          </a:prstGeom>
        </p:spPr>
        <p:txBody>
          <a:bodyPr vert="horz" lIns="91440" tIns="45720" rIns="91440" bIns="45720" rtlCol="0" anchor="ctr"/>
          <a:lstStyle>
            <a:lvl1pPr algn="ctr">
              <a:defRPr sz="900">
                <a:solidFill>
                  <a:schemeClr val="tx1"/>
                </a:solidFill>
              </a:defRPr>
            </a:lvl1pPr>
          </a:lstStyle>
          <a:p>
            <a:pPr algn="ctr"/>
            <a:endParaRPr lang="en-US"/>
          </a:p>
        </p:txBody>
      </p:sp>
      <p:sp>
        <p:nvSpPr>
          <p:cNvPr id="11" name="Slide Number Placeholder 5">
            <a:extLst>
              <a:ext uri="{FF2B5EF4-FFF2-40B4-BE49-F238E27FC236}">
                <a16:creationId xmlns:a16="http://schemas.microsoft.com/office/drawing/2014/main" id="{02C093BF-07F3-517D-599F-4A80C3D441E7}"/>
              </a:ext>
            </a:extLst>
          </p:cNvPr>
          <p:cNvSpPr>
            <a:spLocks noGrp="1"/>
          </p:cNvSpPr>
          <p:nvPr>
            <p:ph type="sldNum" sz="quarter" idx="4"/>
          </p:nvPr>
        </p:nvSpPr>
        <p:spPr>
          <a:xfrm>
            <a:off x="11147097" y="6343955"/>
            <a:ext cx="357412" cy="365125"/>
          </a:xfrm>
          <a:prstGeom prst="rect">
            <a:avLst/>
          </a:prstGeom>
        </p:spPr>
        <p:txBody>
          <a:bodyPr vert="horz" lIns="91440" tIns="45720" rIns="91440" bIns="45720" rtlCol="0" anchor="ctr"/>
          <a:lstStyle>
            <a:lvl1pPr algn="r">
              <a:defRPr sz="900">
                <a:solidFill>
                  <a:schemeClr val="tx1"/>
                </a:solidFill>
              </a:defRPr>
            </a:lvl1pPr>
          </a:lstStyle>
          <a:p>
            <a:fld id="{AEAA3239-9EA4-4A65-A281-97F994456D9F}" type="slidenum">
              <a:rPr lang="en-US" smtClean="0"/>
              <a:pPr/>
              <a:t>‹#›</a:t>
            </a:fld>
            <a:endParaRPr lang="en-US" sz="900"/>
          </a:p>
        </p:txBody>
      </p:sp>
    </p:spTree>
    <p:extLst>
      <p:ext uri="{BB962C8B-B14F-4D97-AF65-F5344CB8AC3E}">
        <p14:creationId xmlns:p14="http://schemas.microsoft.com/office/powerpoint/2010/main" val="295920638"/>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678871" y="694938"/>
            <a:ext cx="10825637" cy="792084"/>
          </a:xfrm>
          <a:prstGeom prst="rect">
            <a:avLst/>
          </a:prstGeom>
        </p:spPr>
        <p:txBody>
          <a:bodyPr vert="horz" lIns="91440" tIns="45720" rIns="91440" bIns="45720" rtlCol="0" anchor="b">
            <a:normAutofit/>
          </a:bodyPr>
          <a:lstStyle/>
          <a:p>
            <a:r>
              <a:rPr lang="en-US" dirty="0"/>
              <a:t>Click to edit Master title style</a:t>
            </a:r>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678872" y="1676400"/>
            <a:ext cx="10825636" cy="4486657"/>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Rectangle 10" hidden="1">
            <a:extLst>
              <a:ext uri="{FF2B5EF4-FFF2-40B4-BE49-F238E27FC236}">
                <a16:creationId xmlns:a16="http://schemas.microsoft.com/office/drawing/2014/main" id="{D7982C74-1A7B-1EF6-C767-EC1102B8BC05}"/>
              </a:ext>
            </a:extLst>
          </p:cNvPr>
          <p:cNvSpPr/>
          <p:nvPr/>
        </p:nvSpPr>
        <p:spPr>
          <a:xfrm>
            <a:off x="11504507" y="0"/>
            <a:ext cx="687493" cy="6858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hidden="1">
            <a:extLst>
              <a:ext uri="{FF2B5EF4-FFF2-40B4-BE49-F238E27FC236}">
                <a16:creationId xmlns:a16="http://schemas.microsoft.com/office/drawing/2014/main" id="{1C58F15E-3B29-FA0D-33D1-930904DB63AC}"/>
              </a:ext>
            </a:extLst>
          </p:cNvPr>
          <p:cNvSpPr/>
          <p:nvPr userDrawn="1"/>
        </p:nvSpPr>
        <p:spPr>
          <a:xfrm>
            <a:off x="11504507" y="0"/>
            <a:ext cx="687493" cy="6858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Date Placeholder 3">
            <a:extLst>
              <a:ext uri="{FF2B5EF4-FFF2-40B4-BE49-F238E27FC236}">
                <a16:creationId xmlns:a16="http://schemas.microsoft.com/office/drawing/2014/main" id="{CACE51C6-D285-36B9-E05D-34304BF86607}"/>
              </a:ext>
            </a:extLst>
          </p:cNvPr>
          <p:cNvSpPr>
            <a:spLocks noGrp="1"/>
          </p:cNvSpPr>
          <p:nvPr>
            <p:ph type="dt" sz="half" idx="2"/>
          </p:nvPr>
        </p:nvSpPr>
        <p:spPr>
          <a:xfrm>
            <a:off x="8893929" y="6343955"/>
            <a:ext cx="2202644" cy="365125"/>
          </a:xfrm>
          <a:prstGeom prst="rect">
            <a:avLst/>
          </a:prstGeom>
        </p:spPr>
        <p:txBody>
          <a:bodyPr vert="horz" lIns="91440" tIns="45720" rIns="91440" bIns="45720" rtlCol="0" anchor="ctr"/>
          <a:lstStyle>
            <a:lvl1pPr algn="r" rtl="0">
              <a:defRPr sz="900">
                <a:solidFill>
                  <a:schemeClr val="tx1"/>
                </a:solidFill>
              </a:defRPr>
            </a:lvl1pPr>
          </a:lstStyle>
          <a:p>
            <a:endParaRPr lang="en-US" dirty="0"/>
          </a:p>
        </p:txBody>
      </p:sp>
      <p:sp>
        <p:nvSpPr>
          <p:cNvPr id="12" name="Footer Placeholder 4">
            <a:extLst>
              <a:ext uri="{FF2B5EF4-FFF2-40B4-BE49-F238E27FC236}">
                <a16:creationId xmlns:a16="http://schemas.microsoft.com/office/drawing/2014/main" id="{53C65791-CE33-6F98-64A9-9C6803567DBD}"/>
              </a:ext>
            </a:extLst>
          </p:cNvPr>
          <p:cNvSpPr>
            <a:spLocks noGrp="1"/>
          </p:cNvSpPr>
          <p:nvPr>
            <p:ph type="ftr" sz="quarter" idx="3"/>
          </p:nvPr>
        </p:nvSpPr>
        <p:spPr>
          <a:xfrm>
            <a:off x="678871" y="6343955"/>
            <a:ext cx="2739181" cy="365125"/>
          </a:xfrm>
          <a:prstGeom prst="rect">
            <a:avLst/>
          </a:prstGeom>
        </p:spPr>
        <p:txBody>
          <a:bodyPr vert="horz" lIns="91440" tIns="45720" rIns="91440" bIns="45720" rtlCol="0" anchor="ctr"/>
          <a:lstStyle>
            <a:lvl1pPr algn="l" rtl="0">
              <a:defRPr sz="900">
                <a:solidFill>
                  <a:schemeClr val="tx1"/>
                </a:solidFill>
              </a:defRPr>
            </a:lvl1pPr>
          </a:lstStyle>
          <a:p>
            <a:endParaRPr lang="en-US" dirty="0"/>
          </a:p>
        </p:txBody>
      </p:sp>
      <p:sp>
        <p:nvSpPr>
          <p:cNvPr id="13" name="Slide Number Placeholder 5">
            <a:extLst>
              <a:ext uri="{FF2B5EF4-FFF2-40B4-BE49-F238E27FC236}">
                <a16:creationId xmlns:a16="http://schemas.microsoft.com/office/drawing/2014/main" id="{9C4E2BDE-BF41-53AE-AAF9-E1E0BE6AB889}"/>
              </a:ext>
            </a:extLst>
          </p:cNvPr>
          <p:cNvSpPr>
            <a:spLocks noGrp="1"/>
          </p:cNvSpPr>
          <p:nvPr>
            <p:ph type="sldNum" sz="quarter" idx="4"/>
          </p:nvPr>
        </p:nvSpPr>
        <p:spPr>
          <a:xfrm>
            <a:off x="11147097" y="6343955"/>
            <a:ext cx="357412" cy="365125"/>
          </a:xfrm>
          <a:prstGeom prst="rect">
            <a:avLst/>
          </a:prstGeom>
        </p:spPr>
        <p:txBody>
          <a:bodyPr vert="horz" lIns="91440" tIns="45720" rIns="91440" bIns="45720" rtlCol="0" anchor="ctr"/>
          <a:lstStyle>
            <a:lvl1pPr algn="r" rtl="0">
              <a:defRPr sz="900">
                <a:solidFill>
                  <a:schemeClr val="tx1"/>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3309491445"/>
      </p:ext>
    </p:extLst>
  </p:cSld>
  <p:clrMap bg1="dk1" tx1="lt1" bg2="dk2" tx2="lt2" accent1="accent1" accent2="accent2" accent3="accent3" accent4="accent4" accent5="accent5" accent6="accent6" hlink="hlink" folHlink="folHlink"/>
  <p:sldLayoutIdLst>
    <p:sldLayoutId id="2147484012" r:id="rId1"/>
    <p:sldLayoutId id="2147484013" r:id="rId2"/>
    <p:sldLayoutId id="2147484014" r:id="rId3"/>
    <p:sldLayoutId id="2147484015" r:id="rId4"/>
    <p:sldLayoutId id="2147484016" r:id="rId5"/>
    <p:sldLayoutId id="2147484017" r:id="rId6"/>
    <p:sldLayoutId id="2147484018" r:id="rId7"/>
    <p:sldLayoutId id="2147484019" r:id="rId8"/>
    <p:sldLayoutId id="2147484020" r:id="rId9"/>
    <p:sldLayoutId id="2147484021" r:id="rId10"/>
    <p:sldLayoutId id="2147484022" r:id="rId11"/>
    <p:sldLayoutId id="2147484023" r:id="rId12"/>
    <p:sldLayoutId id="2147484024" r:id="rId13"/>
    <p:sldLayoutId id="2147484025" r:id="rId14"/>
    <p:sldLayoutId id="2147484026" r:id="rId15"/>
    <p:sldLayoutId id="2147484027" r:id="rId16"/>
    <p:sldLayoutId id="2147484028" r:id="rId17"/>
    <p:sldLayoutId id="2147484029" r:id="rId18"/>
    <p:sldLayoutId id="2147484030" r:id="rId19"/>
    <p:sldLayoutId id="2147484031" r:id="rId20"/>
    <p:sldLayoutId id="2147484032" r:id="rId21"/>
    <p:sldLayoutId id="2147484033" r:id="rId22"/>
    <p:sldLayoutId id="2147484034" r:id="rId23"/>
    <p:sldLayoutId id="2147484035" r:id="rId24"/>
    <p:sldLayoutId id="2147484036" r:id="rId25"/>
    <p:sldLayoutId id="2147484037" r:id="rId26"/>
    <p:sldLayoutId id="2147484038" r:id="rId27"/>
    <p:sldLayoutId id="2147484039" r:id="rId28"/>
    <p:sldLayoutId id="2147484040" r:id="rId29"/>
    <p:sldLayoutId id="2147484041" r:id="rId30"/>
    <p:sldLayoutId id="2147484042" r:id="rId31"/>
    <p:sldLayoutId id="2147484043" r:id="rId32"/>
    <p:sldLayoutId id="2147484044" r:id="rId33"/>
    <p:sldLayoutId id="2147484045" r:id="rId34"/>
    <p:sldLayoutId id="2147484046" r:id="rId35"/>
    <p:sldLayoutId id="2147484047" r:id="rId36"/>
    <p:sldLayoutId id="2147484048" r:id="rId37"/>
    <p:sldLayoutId id="2147484049" r:id="rId38"/>
    <p:sldLayoutId id="2147484050" r:id="rId39"/>
    <p:sldLayoutId id="2147484051" r:id="rId40"/>
    <p:sldLayoutId id="2147484052" r:id="rId41"/>
    <p:sldLayoutId id="2147484053" r:id="rId42"/>
    <p:sldLayoutId id="2147484054" r:id="rId43"/>
    <p:sldLayoutId id="2147484055" r:id="rId44"/>
    <p:sldLayoutId id="2147484056" r:id="rId45"/>
    <p:sldLayoutId id="2147484057" r:id="rId46"/>
    <p:sldLayoutId id="2147484058" r:id="rId47"/>
    <p:sldLayoutId id="2147484059" r:id="rId48"/>
    <p:sldLayoutId id="2147484060" r:id="rId49"/>
    <p:sldLayoutId id="2147484061" r:id="rId50"/>
    <p:sldLayoutId id="2147484062" r:id="rId51"/>
    <p:sldLayoutId id="2147484063" r:id="rId52"/>
  </p:sldLayoutIdLst>
  <p:hf sldNum="0" hdr="0" ftr="0" dt="0"/>
  <p:txStyles>
    <p:titleStyle>
      <a:lvl1pPr algn="l" defTabSz="914400" rtl="0" eaLnBrk="1" latinLnBrk="0" hangingPunct="1">
        <a:lnSpc>
          <a:spcPct val="100000"/>
        </a:lnSpc>
        <a:spcBef>
          <a:spcPct val="0"/>
        </a:spcBef>
        <a:buNone/>
        <a:defRPr sz="2800" b="0" kern="1200" cap="all" spc="600" baseline="0">
          <a:solidFill>
            <a:schemeClr val="tx1"/>
          </a:solidFill>
          <a:latin typeface="+mj-lt"/>
          <a:ea typeface="+mj-ea"/>
          <a:cs typeface="+mj-cs"/>
        </a:defRPr>
      </a:lvl1pPr>
    </p:titleStyle>
    <p:bodyStyle>
      <a:lvl1pPr marL="228600" indent="-228600" algn="l" defTabSz="914400" rtl="0" eaLnBrk="1" latinLnBrk="0" hangingPunct="1">
        <a:lnSpc>
          <a:spcPct val="100000"/>
        </a:lnSpc>
        <a:spcBef>
          <a:spcPts val="1000"/>
        </a:spcBef>
        <a:spcAft>
          <a:spcPts val="600"/>
        </a:spcAft>
        <a:buFont typeface="Arial" panose="020B0604020202020204" pitchFamily="34" charset="0"/>
        <a:buChar char="•"/>
        <a:defRPr sz="1400" kern="1200">
          <a:solidFill>
            <a:schemeClr val="tx1"/>
          </a:solidFill>
          <a:latin typeface="+mn-lt"/>
          <a:ea typeface="+mn-ea"/>
          <a:cs typeface="+mn-cs"/>
        </a:defRPr>
      </a:lvl1pPr>
      <a:lvl2pPr marL="457200" indent="-228600" algn="l" defTabSz="914400" rtl="0" eaLnBrk="1" latinLnBrk="0" hangingPunct="1">
        <a:lnSpc>
          <a:spcPct val="100000"/>
        </a:lnSpc>
        <a:spcBef>
          <a:spcPts val="500"/>
        </a:spcBef>
        <a:spcAft>
          <a:spcPts val="600"/>
        </a:spcAft>
        <a:buFont typeface="Arial" panose="020B0604020202020204" pitchFamily="34" charset="0"/>
        <a:buChar char="•"/>
        <a:defRPr sz="1400" kern="1200">
          <a:solidFill>
            <a:schemeClr val="tx1"/>
          </a:solidFill>
          <a:latin typeface="+mn-lt"/>
          <a:ea typeface="+mn-ea"/>
          <a:cs typeface="+mn-cs"/>
        </a:defRPr>
      </a:lvl2pPr>
      <a:lvl3pPr marL="685800" indent="-228600" algn="l" defTabSz="914400" rtl="0" eaLnBrk="1" latinLnBrk="0" hangingPunct="1">
        <a:lnSpc>
          <a:spcPct val="100000"/>
        </a:lnSpc>
        <a:spcBef>
          <a:spcPts val="500"/>
        </a:spcBef>
        <a:spcAft>
          <a:spcPts val="600"/>
        </a:spcAft>
        <a:buFont typeface="Arial" panose="020B0604020202020204" pitchFamily="34" charset="0"/>
        <a:buChar char="•"/>
        <a:defRPr sz="1400" kern="1200">
          <a:solidFill>
            <a:schemeClr val="tx1"/>
          </a:solidFill>
          <a:latin typeface="+mn-lt"/>
          <a:ea typeface="+mn-ea"/>
          <a:cs typeface="+mn-cs"/>
        </a:defRPr>
      </a:lvl3pPr>
      <a:lvl4pPr marL="914400" indent="-228600" algn="l" defTabSz="914400" rtl="0" eaLnBrk="1" latinLnBrk="0" hangingPunct="1">
        <a:lnSpc>
          <a:spcPct val="100000"/>
        </a:lnSpc>
        <a:spcBef>
          <a:spcPts val="500"/>
        </a:spcBef>
        <a:spcAft>
          <a:spcPts val="600"/>
        </a:spcAft>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100000"/>
        </a:lnSpc>
        <a:spcBef>
          <a:spcPts val="500"/>
        </a:spcBef>
        <a:spcAft>
          <a:spcPts val="600"/>
        </a:spcAft>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7" orient="horz" pos="2160" userDrawn="1">
          <p15:clr>
            <a:srgbClr val="F26B43"/>
          </p15:clr>
        </p15:guide>
        <p15:guide id="28" pos="3840" userDrawn="1">
          <p15:clr>
            <a:srgbClr val="F26B43"/>
          </p15:clr>
        </p15:guide>
        <p15:guide id="29" pos="7296" userDrawn="1">
          <p15:clr>
            <a:srgbClr val="F26B43"/>
          </p15:clr>
        </p15:guide>
        <p15:guide id="30" pos="384"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24.png"/><Relationship Id="rId1" Type="http://schemas.openxmlformats.org/officeDocument/2006/relationships/slideLayout" Target="../slideLayouts/slideLayout2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5.jp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2872FD-7E92-C3C8-5956-A6C41548252E}"/>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F01FB9CD-CBF7-C634-8B2F-5E2490FDF9F0}"/>
              </a:ext>
            </a:extLst>
          </p:cNvPr>
          <p:cNvSpPr>
            <a:spLocks noGrp="1"/>
          </p:cNvSpPr>
          <p:nvPr>
            <p:ph type="ctrTitle"/>
          </p:nvPr>
        </p:nvSpPr>
        <p:spPr>
          <a:xfrm>
            <a:off x="6248400" y="2819400"/>
            <a:ext cx="5029200" cy="1295400"/>
          </a:xfrm>
        </p:spPr>
        <p:txBody>
          <a:bodyPr>
            <a:normAutofit fontScale="90000"/>
          </a:bodyPr>
          <a:lstStyle/>
          <a:p>
            <a:r>
              <a:rPr lang="en-US" dirty="0"/>
              <a:t>Effects of external factors on bicycle station balance</a:t>
            </a:r>
          </a:p>
        </p:txBody>
      </p:sp>
      <p:sp>
        <p:nvSpPr>
          <p:cNvPr id="4" name="Subtitle 3">
            <a:extLst>
              <a:ext uri="{FF2B5EF4-FFF2-40B4-BE49-F238E27FC236}">
                <a16:creationId xmlns:a16="http://schemas.microsoft.com/office/drawing/2014/main" id="{D8319D33-1EDC-2FD6-1393-613ECEB01295}"/>
              </a:ext>
            </a:extLst>
          </p:cNvPr>
          <p:cNvSpPr>
            <a:spLocks noGrp="1"/>
          </p:cNvSpPr>
          <p:nvPr>
            <p:ph type="subTitle" idx="1"/>
          </p:nvPr>
        </p:nvSpPr>
        <p:spPr>
          <a:xfrm>
            <a:off x="6248400" y="4270248"/>
            <a:ext cx="5029200" cy="685800"/>
          </a:xfrm>
        </p:spPr>
        <p:txBody>
          <a:bodyPr>
            <a:normAutofit lnSpcReduction="10000"/>
          </a:bodyPr>
          <a:lstStyle/>
          <a:p>
            <a:r>
              <a:rPr lang="en-US" dirty="0"/>
              <a:t>Team 7: Qianyu chen, Boxuan Chen, Tong Wu, Caleb Okoh-Aihe</a:t>
            </a:r>
          </a:p>
          <a:p>
            <a:endParaRPr lang="en-US" dirty="0"/>
          </a:p>
        </p:txBody>
      </p:sp>
    </p:spTree>
    <p:extLst>
      <p:ext uri="{BB962C8B-B14F-4D97-AF65-F5344CB8AC3E}">
        <p14:creationId xmlns:p14="http://schemas.microsoft.com/office/powerpoint/2010/main" val="23296142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BF639A-CABD-182C-ABC8-47616FAFB989}"/>
              </a:ext>
            </a:extLst>
          </p:cNvPr>
          <p:cNvSpPr>
            <a:spLocks noGrp="1"/>
          </p:cNvSpPr>
          <p:nvPr>
            <p:ph type="title"/>
          </p:nvPr>
        </p:nvSpPr>
        <p:spPr/>
        <p:txBody>
          <a:bodyPr/>
          <a:lstStyle/>
          <a:p>
            <a:r>
              <a:rPr lang="en-US" dirty="0"/>
              <a:t>Table of Content</a:t>
            </a:r>
          </a:p>
        </p:txBody>
      </p:sp>
      <p:sp>
        <p:nvSpPr>
          <p:cNvPr id="3" name="Content Placeholder 2">
            <a:extLst>
              <a:ext uri="{FF2B5EF4-FFF2-40B4-BE49-F238E27FC236}">
                <a16:creationId xmlns:a16="http://schemas.microsoft.com/office/drawing/2014/main" id="{2C63C4E0-B6C4-D249-4100-532919B60B2D}"/>
              </a:ext>
            </a:extLst>
          </p:cNvPr>
          <p:cNvSpPr>
            <a:spLocks noGrp="1"/>
          </p:cNvSpPr>
          <p:nvPr>
            <p:ph idx="1"/>
          </p:nvPr>
        </p:nvSpPr>
        <p:spPr/>
        <p:txBody>
          <a:bodyPr>
            <a:normAutofit/>
          </a:bodyPr>
          <a:lstStyle/>
          <a:p>
            <a:r>
              <a:rPr lang="en-US" sz="2000" dirty="0"/>
              <a:t>Motivation</a:t>
            </a:r>
          </a:p>
          <a:p>
            <a:r>
              <a:rPr lang="en-US" sz="2000" dirty="0"/>
              <a:t>Objectives and Deliverables </a:t>
            </a:r>
          </a:p>
          <a:p>
            <a:r>
              <a:rPr lang="en-US" sz="2000" dirty="0"/>
              <a:t>Data Sources</a:t>
            </a:r>
          </a:p>
          <a:p>
            <a:r>
              <a:rPr lang="en-US" sz="2000" dirty="0"/>
              <a:t>Key Tools and Services</a:t>
            </a:r>
          </a:p>
          <a:p>
            <a:r>
              <a:rPr lang="en-US" sz="2000" dirty="0"/>
              <a:t>Architecture</a:t>
            </a:r>
          </a:p>
        </p:txBody>
      </p:sp>
    </p:spTree>
    <p:extLst>
      <p:ext uri="{BB962C8B-B14F-4D97-AF65-F5344CB8AC3E}">
        <p14:creationId xmlns:p14="http://schemas.microsoft.com/office/powerpoint/2010/main" val="6327281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D1C28E-2B24-EDE0-47E2-F95427C217B3}"/>
              </a:ext>
            </a:extLst>
          </p:cNvPr>
          <p:cNvSpPr>
            <a:spLocks noGrp="1"/>
          </p:cNvSpPr>
          <p:nvPr>
            <p:ph type="title"/>
          </p:nvPr>
        </p:nvSpPr>
        <p:spPr>
          <a:xfrm>
            <a:off x="5841999" y="687492"/>
            <a:ext cx="5662508" cy="912708"/>
          </a:xfrm>
        </p:spPr>
        <p:txBody>
          <a:bodyPr/>
          <a:lstStyle/>
          <a:p>
            <a:r>
              <a:rPr lang="en-US" dirty="0"/>
              <a:t>Motivation</a:t>
            </a:r>
          </a:p>
        </p:txBody>
      </p:sp>
      <p:sp>
        <p:nvSpPr>
          <p:cNvPr id="4" name="Content Placeholder 3">
            <a:extLst>
              <a:ext uri="{FF2B5EF4-FFF2-40B4-BE49-F238E27FC236}">
                <a16:creationId xmlns:a16="http://schemas.microsoft.com/office/drawing/2014/main" id="{26127C6C-4F6A-29EE-3682-440B4BBD02CE}"/>
              </a:ext>
            </a:extLst>
          </p:cNvPr>
          <p:cNvSpPr>
            <a:spLocks noGrp="1"/>
          </p:cNvSpPr>
          <p:nvPr>
            <p:ph sz="quarter" idx="13"/>
          </p:nvPr>
        </p:nvSpPr>
        <p:spPr>
          <a:xfrm>
            <a:off x="5841999" y="1600200"/>
            <a:ext cx="5662508" cy="4562856"/>
          </a:xfrm>
        </p:spPr>
        <p:txBody>
          <a:bodyPr>
            <a:normAutofit/>
          </a:bodyPr>
          <a:lstStyle/>
          <a:p>
            <a:r>
              <a:rPr lang="en-US" sz="2000" dirty="0"/>
              <a:t>      The City of Philadelphia in partnership with </a:t>
            </a:r>
            <a:r>
              <a:rPr lang="en-US" sz="2000" dirty="0" err="1"/>
              <a:t>Qucit</a:t>
            </a:r>
            <a:r>
              <a:rPr lang="en-US" sz="2000" dirty="0"/>
              <a:t> algorithmically attempt to ensure city-wide bike availability via their bike share program, Indego. However, many station are regularly empty as their current algorithm fails to account for changes in commuter habits due to commuting patterns, weather, sporting events and road closures. This project attempts to see how these factors affect bicycle availability at stations.</a:t>
            </a:r>
            <a:endParaRPr lang="en-US" sz="2000" b="1" dirty="0"/>
          </a:p>
        </p:txBody>
      </p:sp>
      <p:pic>
        <p:nvPicPr>
          <p:cNvPr id="13" name="Picture Placeholder 12">
            <a:extLst>
              <a:ext uri="{FF2B5EF4-FFF2-40B4-BE49-F238E27FC236}">
                <a16:creationId xmlns:a16="http://schemas.microsoft.com/office/drawing/2014/main" id="{87FFC740-0212-E3E5-B629-AB57B2A6CF1A}"/>
              </a:ext>
            </a:extLst>
          </p:cNvPr>
          <p:cNvPicPr>
            <a:picLocks noGrp="1" noChangeAspect="1"/>
          </p:cNvPicPr>
          <p:nvPr>
            <p:ph type="pic" sz="quarter" idx="14"/>
          </p:nvPr>
        </p:nvPicPr>
        <p:blipFill>
          <a:blip r:embed="rId2">
            <a:extLst>
              <a:ext uri="{28A0092B-C50C-407E-A947-70E740481C1C}">
                <a14:useLocalDpi xmlns:a14="http://schemas.microsoft.com/office/drawing/2010/main" val="0"/>
              </a:ext>
            </a:extLst>
          </a:blip>
          <a:srcRect l="19112" r="19112"/>
          <a:stretch>
            <a:fillRect/>
          </a:stretch>
        </p:blipFill>
        <p:spPr>
          <a:custGeom>
            <a:avLst/>
            <a:gdLst>
              <a:gd name="connsiteX0" fmla="*/ 0 w 4565591"/>
              <a:gd name="connsiteY0" fmla="*/ 0 h 6858000"/>
              <a:gd name="connsiteX1" fmla="*/ 4565591 w 4565591"/>
              <a:gd name="connsiteY1" fmla="*/ 0 h 6858000"/>
              <a:gd name="connsiteX2" fmla="*/ 4565591 w 4565591"/>
              <a:gd name="connsiteY2" fmla="*/ 6858000 h 6858000"/>
              <a:gd name="connsiteX3" fmla="*/ 0 w 456559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565591" h="6858000">
                <a:moveTo>
                  <a:pt x="0" y="0"/>
                </a:moveTo>
                <a:lnTo>
                  <a:pt x="4565591" y="0"/>
                </a:lnTo>
                <a:lnTo>
                  <a:pt x="4565591" y="6858000"/>
                </a:lnTo>
                <a:lnTo>
                  <a:pt x="0" y="6858000"/>
                </a:lnTo>
                <a:close/>
              </a:path>
            </a:pathLst>
          </a:custGeom>
          <a:blipFill>
            <a:blip r:embed="rId3">
              <a:alphaModFix amt="60000"/>
              <a:extLst>
                <a:ext uri="{28A0092B-C50C-407E-A947-70E740481C1C}">
                  <a14:useLocalDpi xmlns:a14="http://schemas.microsoft.com/office/drawing/2010/main" val="0"/>
                </a:ext>
              </a:extLst>
            </a:blip>
            <a:srcRect/>
            <a:stretch>
              <a:fillRect l="-57969" r="-57969"/>
            </a:stretch>
          </a:blipFill>
        </p:spPr>
      </p:pic>
    </p:spTree>
    <p:extLst>
      <p:ext uri="{BB962C8B-B14F-4D97-AF65-F5344CB8AC3E}">
        <p14:creationId xmlns:p14="http://schemas.microsoft.com/office/powerpoint/2010/main" val="29253926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28837B-717D-1526-BCE3-941826413C26}"/>
              </a:ext>
            </a:extLst>
          </p:cNvPr>
          <p:cNvSpPr>
            <a:spLocks noGrp="1"/>
          </p:cNvSpPr>
          <p:nvPr>
            <p:ph type="title"/>
          </p:nvPr>
        </p:nvSpPr>
        <p:spPr/>
        <p:txBody>
          <a:bodyPr/>
          <a:lstStyle/>
          <a:p>
            <a:r>
              <a:rPr lang="en-US" dirty="0"/>
              <a:t>Objectives and Deliverables  </a:t>
            </a:r>
          </a:p>
        </p:txBody>
      </p:sp>
      <p:sp>
        <p:nvSpPr>
          <p:cNvPr id="3" name="Content Placeholder 2">
            <a:extLst>
              <a:ext uri="{FF2B5EF4-FFF2-40B4-BE49-F238E27FC236}">
                <a16:creationId xmlns:a16="http://schemas.microsoft.com/office/drawing/2014/main" id="{3EA4CC09-9AA5-6451-FF78-FC58A0751D70}"/>
              </a:ext>
            </a:extLst>
          </p:cNvPr>
          <p:cNvSpPr>
            <a:spLocks noGrp="1"/>
          </p:cNvSpPr>
          <p:nvPr>
            <p:ph idx="1"/>
          </p:nvPr>
        </p:nvSpPr>
        <p:spPr/>
        <p:txBody>
          <a:bodyPr>
            <a:normAutofit/>
          </a:bodyPr>
          <a:lstStyle/>
          <a:p>
            <a:r>
              <a:rPr lang="en-US" sz="2000" dirty="0"/>
              <a:t>Determine the effects of weather, commuter patterns and street closures on Bike Balance across the City</a:t>
            </a:r>
          </a:p>
          <a:p>
            <a:r>
              <a:rPr lang="en-US" sz="2000" dirty="0"/>
              <a:t>Create an interactive tool to demonstrate the effects of these external factors Bike Balance </a:t>
            </a:r>
          </a:p>
        </p:txBody>
      </p:sp>
    </p:spTree>
    <p:extLst>
      <p:ext uri="{BB962C8B-B14F-4D97-AF65-F5344CB8AC3E}">
        <p14:creationId xmlns:p14="http://schemas.microsoft.com/office/powerpoint/2010/main" val="28681339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983AF2-9E45-E72D-476C-9AE0B6758BA0}"/>
              </a:ext>
            </a:extLst>
          </p:cNvPr>
          <p:cNvSpPr>
            <a:spLocks noGrp="1"/>
          </p:cNvSpPr>
          <p:nvPr>
            <p:ph type="title"/>
          </p:nvPr>
        </p:nvSpPr>
        <p:spPr/>
        <p:txBody>
          <a:bodyPr/>
          <a:lstStyle/>
          <a:p>
            <a:r>
              <a:rPr lang="en-US" dirty="0"/>
              <a:t>Data Sources</a:t>
            </a:r>
            <a:br>
              <a:rPr lang="en-US" dirty="0"/>
            </a:br>
            <a:endParaRPr lang="en-US" dirty="0"/>
          </a:p>
        </p:txBody>
      </p:sp>
      <p:graphicFrame>
        <p:nvGraphicFramePr>
          <p:cNvPr id="5" name="Content Placeholder 4">
            <a:extLst>
              <a:ext uri="{FF2B5EF4-FFF2-40B4-BE49-F238E27FC236}">
                <a16:creationId xmlns:a16="http://schemas.microsoft.com/office/drawing/2014/main" id="{281A2362-4DB0-E1AD-8FBC-BA84B310166C}"/>
              </a:ext>
            </a:extLst>
          </p:cNvPr>
          <p:cNvGraphicFramePr>
            <a:graphicFrameLocks noGrp="1"/>
          </p:cNvGraphicFramePr>
          <p:nvPr>
            <p:ph idx="1"/>
            <p:extLst>
              <p:ext uri="{D42A27DB-BD31-4B8C-83A1-F6EECF244321}">
                <p14:modId xmlns:p14="http://schemas.microsoft.com/office/powerpoint/2010/main" val="4278087680"/>
              </p:ext>
            </p:extLst>
          </p:nvPr>
        </p:nvGraphicFramePr>
        <p:xfrm>
          <a:off x="678872" y="1830387"/>
          <a:ext cx="10827328" cy="3723248"/>
        </p:xfrm>
        <a:graphic>
          <a:graphicData uri="http://schemas.openxmlformats.org/drawingml/2006/table">
            <a:tbl>
              <a:tblPr firstRow="1" bandRow="1">
                <a:tableStyleId>{5C22544A-7EE6-4342-B048-85BDC9FD1C3A}</a:tableStyleId>
              </a:tblPr>
              <a:tblGrid>
                <a:gridCol w="5413664">
                  <a:extLst>
                    <a:ext uri="{9D8B030D-6E8A-4147-A177-3AD203B41FA5}">
                      <a16:colId xmlns:a16="http://schemas.microsoft.com/office/drawing/2014/main" val="88851673"/>
                    </a:ext>
                  </a:extLst>
                </a:gridCol>
                <a:gridCol w="5413664">
                  <a:extLst>
                    <a:ext uri="{9D8B030D-6E8A-4147-A177-3AD203B41FA5}">
                      <a16:colId xmlns:a16="http://schemas.microsoft.com/office/drawing/2014/main" val="3646659925"/>
                    </a:ext>
                  </a:extLst>
                </a:gridCol>
              </a:tblGrid>
              <a:tr h="930812">
                <a:tc>
                  <a:txBody>
                    <a:bodyPr/>
                    <a:lstStyle/>
                    <a:p>
                      <a:r>
                        <a:rPr lang="en-US" dirty="0"/>
                        <a:t>Source </a:t>
                      </a:r>
                    </a:p>
                  </a:txBody>
                  <a:tcPr/>
                </a:tc>
                <a:tc>
                  <a:txBody>
                    <a:bodyPr/>
                    <a:lstStyle/>
                    <a:p>
                      <a:r>
                        <a:rPr lang="en-US" dirty="0"/>
                        <a:t>Details</a:t>
                      </a:r>
                    </a:p>
                  </a:txBody>
                  <a:tcPr/>
                </a:tc>
                <a:extLst>
                  <a:ext uri="{0D108BD9-81ED-4DB2-BD59-A6C34878D82A}">
                    <a16:rowId xmlns:a16="http://schemas.microsoft.com/office/drawing/2014/main" val="72827504"/>
                  </a:ext>
                </a:extLst>
              </a:tr>
              <a:tr h="930812">
                <a:tc>
                  <a:txBody>
                    <a:bodyPr/>
                    <a:lstStyle/>
                    <a:p>
                      <a:r>
                        <a:rPr lang="en-US" dirty="0"/>
                        <a:t>Indego Trip Data</a:t>
                      </a:r>
                    </a:p>
                  </a:txBody>
                  <a:tcPr/>
                </a:tc>
                <a:tc>
                  <a:txBody>
                    <a:bodyPr/>
                    <a:lstStyle/>
                    <a:p>
                      <a:r>
                        <a:rPr lang="en-US" dirty="0"/>
                        <a:t>Historical and live data in a CSV format, provides station demand, turnover and departure information</a:t>
                      </a:r>
                    </a:p>
                  </a:txBody>
                  <a:tcPr/>
                </a:tc>
                <a:extLst>
                  <a:ext uri="{0D108BD9-81ED-4DB2-BD59-A6C34878D82A}">
                    <a16:rowId xmlns:a16="http://schemas.microsoft.com/office/drawing/2014/main" val="935245068"/>
                  </a:ext>
                </a:extLst>
              </a:tr>
              <a:tr h="930812">
                <a:tc>
                  <a:txBody>
                    <a:bodyPr/>
                    <a:lstStyle/>
                    <a:p>
                      <a:r>
                        <a:rPr lang="en-US" dirty="0"/>
                        <a:t>Open </a:t>
                      </a:r>
                      <a:r>
                        <a:rPr lang="en-US" dirty="0" err="1"/>
                        <a:t>Meteo</a:t>
                      </a:r>
                      <a:r>
                        <a:rPr lang="en-US" dirty="0"/>
                        <a:t> Weather API</a:t>
                      </a:r>
                    </a:p>
                  </a:txBody>
                  <a:tcPr/>
                </a:tc>
                <a:tc>
                  <a:txBody>
                    <a:bodyPr/>
                    <a:lstStyle/>
                    <a:p>
                      <a:r>
                        <a:rPr lang="en-US" dirty="0"/>
                        <a:t>Historical and live Weather data with geographical details</a:t>
                      </a:r>
                    </a:p>
                  </a:txBody>
                  <a:tcPr/>
                </a:tc>
                <a:extLst>
                  <a:ext uri="{0D108BD9-81ED-4DB2-BD59-A6C34878D82A}">
                    <a16:rowId xmlns:a16="http://schemas.microsoft.com/office/drawing/2014/main" val="622188172"/>
                  </a:ext>
                </a:extLst>
              </a:tr>
              <a:tr h="930812">
                <a:tc>
                  <a:txBody>
                    <a:bodyPr/>
                    <a:lstStyle/>
                    <a:p>
                      <a:r>
                        <a:rPr lang="en-US" dirty="0"/>
                        <a:t>Street Closure Data</a:t>
                      </a:r>
                    </a:p>
                  </a:txBody>
                  <a:tcPr/>
                </a:tc>
                <a:tc>
                  <a:txBody>
                    <a:bodyPr/>
                    <a:lstStyle/>
                    <a:p>
                      <a:r>
                        <a:rPr lang="en-US" dirty="0"/>
                        <a:t>Historical and live information on street closures that can be layered with the position of bike stations. </a:t>
                      </a:r>
                    </a:p>
                  </a:txBody>
                  <a:tcPr/>
                </a:tc>
                <a:extLst>
                  <a:ext uri="{0D108BD9-81ED-4DB2-BD59-A6C34878D82A}">
                    <a16:rowId xmlns:a16="http://schemas.microsoft.com/office/drawing/2014/main" val="4008484655"/>
                  </a:ext>
                </a:extLst>
              </a:tr>
            </a:tbl>
          </a:graphicData>
        </a:graphic>
      </p:graphicFrame>
    </p:spTree>
    <p:extLst>
      <p:ext uri="{BB962C8B-B14F-4D97-AF65-F5344CB8AC3E}">
        <p14:creationId xmlns:p14="http://schemas.microsoft.com/office/powerpoint/2010/main" val="38640762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A29CB8-43A3-434C-6B3D-F36664E2C275}"/>
              </a:ext>
            </a:extLst>
          </p:cNvPr>
          <p:cNvSpPr>
            <a:spLocks noGrp="1"/>
          </p:cNvSpPr>
          <p:nvPr>
            <p:ph type="title"/>
          </p:nvPr>
        </p:nvSpPr>
        <p:spPr/>
        <p:txBody>
          <a:bodyPr/>
          <a:lstStyle/>
          <a:p>
            <a:r>
              <a:rPr lang="en-US" dirty="0"/>
              <a:t>Key Tools and Services</a:t>
            </a:r>
          </a:p>
        </p:txBody>
      </p:sp>
      <p:sp>
        <p:nvSpPr>
          <p:cNvPr id="3" name="Content Placeholder 2">
            <a:extLst>
              <a:ext uri="{FF2B5EF4-FFF2-40B4-BE49-F238E27FC236}">
                <a16:creationId xmlns:a16="http://schemas.microsoft.com/office/drawing/2014/main" id="{83B25F18-6B3F-22E1-B199-B79AF689107C}"/>
              </a:ext>
            </a:extLst>
          </p:cNvPr>
          <p:cNvSpPr>
            <a:spLocks noGrp="1"/>
          </p:cNvSpPr>
          <p:nvPr>
            <p:ph idx="1"/>
          </p:nvPr>
        </p:nvSpPr>
        <p:spPr/>
        <p:txBody>
          <a:bodyPr>
            <a:normAutofit/>
          </a:bodyPr>
          <a:lstStyle/>
          <a:p>
            <a:r>
              <a:rPr lang="en-US" sz="2400" dirty="0"/>
              <a:t>Kafka: Live Data from API’s is published to its own topic</a:t>
            </a:r>
          </a:p>
          <a:p>
            <a:r>
              <a:rPr lang="en-US" sz="2400" dirty="0"/>
              <a:t>Apache Spark: Parses Ingested Kafka Streams and derives usable metrics </a:t>
            </a:r>
          </a:p>
          <a:p>
            <a:r>
              <a:rPr lang="en-US" sz="2400" dirty="0"/>
              <a:t>Hadoop: Distributed storage for historical and streaming data</a:t>
            </a:r>
          </a:p>
          <a:p>
            <a:r>
              <a:rPr lang="en-US" sz="2400" dirty="0"/>
              <a:t>Vue3: Composable SPA Frameworks to create interactive visualization of results. </a:t>
            </a:r>
            <a:endParaRPr lang="en-US" sz="2200" dirty="0"/>
          </a:p>
        </p:txBody>
      </p:sp>
    </p:spTree>
    <p:extLst>
      <p:ext uri="{BB962C8B-B14F-4D97-AF65-F5344CB8AC3E}">
        <p14:creationId xmlns:p14="http://schemas.microsoft.com/office/powerpoint/2010/main" val="314554658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B50024-7665-C41E-B54A-8C0C12336EFB}"/>
              </a:ext>
            </a:extLst>
          </p:cNvPr>
          <p:cNvSpPr>
            <a:spLocks noGrp="1"/>
          </p:cNvSpPr>
          <p:nvPr>
            <p:ph type="title"/>
          </p:nvPr>
        </p:nvSpPr>
        <p:spPr>
          <a:xfrm>
            <a:off x="678872" y="694932"/>
            <a:ext cx="10827328" cy="985966"/>
          </a:xfrm>
        </p:spPr>
        <p:txBody>
          <a:bodyPr anchor="t">
            <a:normAutofit/>
          </a:bodyPr>
          <a:lstStyle/>
          <a:p>
            <a:r>
              <a:rPr lang="en-US" dirty="0"/>
              <a:t>Architecture </a:t>
            </a:r>
          </a:p>
        </p:txBody>
      </p:sp>
      <p:pic>
        <p:nvPicPr>
          <p:cNvPr id="10" name="Content Placeholder 9">
            <a:extLst>
              <a:ext uri="{FF2B5EF4-FFF2-40B4-BE49-F238E27FC236}">
                <a16:creationId xmlns:a16="http://schemas.microsoft.com/office/drawing/2014/main" id="{490E5178-858A-0D37-AA8E-90B4ADD13109}"/>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679450" y="2162364"/>
            <a:ext cx="10826750" cy="4000704"/>
          </a:xfrm>
          <a:prstGeom prst="rect">
            <a:avLst/>
          </a:prstGeom>
        </p:spPr>
      </p:pic>
    </p:spTree>
    <p:extLst>
      <p:ext uri="{BB962C8B-B14F-4D97-AF65-F5344CB8AC3E}">
        <p14:creationId xmlns:p14="http://schemas.microsoft.com/office/powerpoint/2010/main" val="243576472"/>
      </p:ext>
    </p:extLst>
  </p:cSld>
  <p:clrMapOvr>
    <a:masterClrMapping/>
  </p:clrMapOvr>
</p:sld>
</file>

<file path=ppt/theme/theme1.xml><?xml version="1.0" encoding="utf-8"?>
<a:theme xmlns:a="http://schemas.openxmlformats.org/drawingml/2006/main" name="Northern lights">
  <a:themeElements>
    <a:clrScheme name="Blue Green">
      <a:dk1>
        <a:sysClr val="windowText" lastClr="000000"/>
      </a:dk1>
      <a:lt1>
        <a:sysClr val="window" lastClr="FFFFFF"/>
      </a:lt1>
      <a:dk2>
        <a:srgbClr val="373545"/>
      </a:dk2>
      <a:lt2>
        <a:srgbClr val="CEDBE6"/>
      </a:lt2>
      <a:accent1>
        <a:srgbClr val="3494BA"/>
      </a:accent1>
      <a:accent2>
        <a:srgbClr val="58B6C0"/>
      </a:accent2>
      <a:accent3>
        <a:srgbClr val="75BDA7"/>
      </a:accent3>
      <a:accent4>
        <a:srgbClr val="7A8C8E"/>
      </a:accent4>
      <a:accent5>
        <a:srgbClr val="84ACB6"/>
      </a:accent5>
      <a:accent6>
        <a:srgbClr val="2683C6"/>
      </a:accent6>
      <a:hlink>
        <a:srgbClr val="6B9F25"/>
      </a:hlink>
      <a:folHlink>
        <a:srgbClr val="9F6715"/>
      </a:folHlink>
    </a:clrScheme>
    <a:fontScheme name="Custom 13">
      <a:majorFont>
        <a:latin typeface="Avenir Next LT Pro"/>
        <a:ea typeface=""/>
        <a:cs typeface=""/>
      </a:majorFont>
      <a:minorFont>
        <a:latin typeface="Avenir Next L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Northern Lights_win32_LW_v8" id="{3A4E34A6-668B-44CB-918B-D16B4D66424F}" vid="{9B1B68C5-1665-4FCB-8595-B203B3662C8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32" ma:contentTypeDescription="Create a new document." ma:contentTypeScope="" ma:versionID="0635a23c60cc3de58ab4c1efc88efc6e">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b2ec4e1d644ed04c8d3fd0ef60d056a4"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element ref="ns2:MediaServiceBillingMetadata" minOccurs="0"/>
                <xsd:element ref="ns2:HasDigitalSignature" minOccurs="0"/>
                <xsd:element ref="ns2:DigitalSignatureProvide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hidden="true"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hidden="tru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hidden="true" ma:internalName="Background" ma:readOnly="false">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element name="MediaServiceBillingMetadata" ma:index="33" nillable="true" ma:displayName="MediaServiceBillingMetadata" ma:hidden="true" ma:internalName="MediaServiceBillingMetadata" ma:readOnly="true">
      <xsd:simpleType>
        <xsd:restriction base="dms:Text"/>
      </xsd:simpleType>
    </xsd:element>
    <xsd:element name="HasDigitalSignature" ma:index="34" nillable="true" ma:displayName="Signed electronically" ma:internalName="HasDigitalSignature" ma:readOnly="true">
      <xsd:simpleType>
        <xsd:restriction base="dms:Boolean"/>
      </xsd:simpleType>
    </xsd:element>
    <xsd:element name="DigitalSignatureProvider" ma:index="35" nillable="true" ma:displayName="Signature provider" ma:internalName="DigitalSignatureProvider"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xml><?xml version="1.0" encoding="utf-8"?>
<ds:datastoreItem xmlns:ds="http://schemas.openxmlformats.org/officeDocument/2006/customXml" ds:itemID="{1CAF6374-A7FD-4717-AFE0-646B462CEB6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38E339AF-67FC-4BA3-8B2E-038B3ED310D5}">
  <ds:schemaRefs>
    <ds:schemaRef ds:uri="http://schemas.microsoft.com/sharepoint/v3/contenttype/forms"/>
  </ds:schemaRefs>
</ds:datastoreItem>
</file>

<file path=customXml/itemProps3.xml><?xml version="1.0" encoding="utf-8"?>
<ds:datastoreItem xmlns:ds="http://schemas.openxmlformats.org/officeDocument/2006/customXml" ds:itemID="{4B99ED26-B189-4BA1-99D0-1112D8C2F106}">
  <ds:schemaRefs>
    <ds:schemaRef ds:uri="230e9df3-be65-4c73-a93b-d1236ebd677e"/>
    <ds:schemaRef ds:uri="http://schemas.microsoft.com/office/2006/documentManagement/types"/>
    <ds:schemaRef ds:uri="http://schemas.microsoft.com/sharepoint/v3"/>
    <ds:schemaRef ds:uri="71af3243-3dd4-4a8d-8c0d-dd76da1f02a5"/>
    <ds:schemaRef ds:uri="http://www.w3.org/XML/1998/namespace"/>
    <ds:schemaRef ds:uri="http://schemas.microsoft.com/office/infopath/2007/PartnerControls"/>
    <ds:schemaRef ds:uri="http://purl.org/dc/elements/1.1/"/>
    <ds:schemaRef ds:uri="http://schemas.openxmlformats.org/package/2006/metadata/core-properties"/>
    <ds:schemaRef ds:uri="http://purl.org/dc/terms/"/>
    <ds:schemaRef ds:uri="16c05727-aa75-4e4a-9b5f-8a80a1165891"/>
    <ds:schemaRef ds:uri="http://schemas.microsoft.com/office/2006/metadata/properties"/>
    <ds:schemaRef ds:uri="http://purl.org/dc/dcmitype/"/>
  </ds:schemaRefs>
</ds:datastoreItem>
</file>

<file path=docMetadata/LabelInfo.xml><?xml version="1.0" encoding="utf-8"?>
<clbl:labelList xmlns:clbl="http://schemas.microsoft.com/office/2020/mipLabelMetadata">
  <clbl:label id="{1a19d03a-48bc-4359-8038-5b5f6d5847c3}" enabled="1" method="Standard" siteId="{72f988bf-86f1-41af-91ab-2d7cd011db47}" removed="0"/>
</clbl:labelList>
</file>

<file path=docProps/app.xml><?xml version="1.0" encoding="utf-8"?>
<Properties xmlns="http://schemas.openxmlformats.org/officeDocument/2006/extended-properties" xmlns:vt="http://schemas.openxmlformats.org/officeDocument/2006/docPropsVTypes">
  <Template/>
  <TotalTime>1411</TotalTime>
  <Words>466</Words>
  <Application>Microsoft Macintosh PowerPoint</Application>
  <PresentationFormat>Widescreen</PresentationFormat>
  <Paragraphs>49</Paragraphs>
  <Slides>7</Slides>
  <Notes>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Aptos</vt:lpstr>
      <vt:lpstr>Arial</vt:lpstr>
      <vt:lpstr>Avenir Next LT Pro</vt:lpstr>
      <vt:lpstr>Northern lights</vt:lpstr>
      <vt:lpstr>Effects of external factors on bicycle station balance</vt:lpstr>
      <vt:lpstr>Table of Content</vt:lpstr>
      <vt:lpstr>Motivation</vt:lpstr>
      <vt:lpstr>Objectives and Deliverables  </vt:lpstr>
      <vt:lpstr>Data Sources </vt:lpstr>
      <vt:lpstr>Key Tools and Services</vt:lpstr>
      <vt:lpstr>Architecture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Caleb Ehireme Okoh-Aihe</cp:lastModifiedBy>
  <cp:revision>6</cp:revision>
  <dcterms:created xsi:type="dcterms:W3CDTF">2026-07-25T05:18:30Z</dcterms:created>
  <dcterms:modified xsi:type="dcterms:W3CDTF">2026-08-04T00:40:14Z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